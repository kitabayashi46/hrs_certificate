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0" r:id="rId4"/>
    <p:sldMasterId id="2147483689" r:id="rId5"/>
    <p:sldMasterId id="2147483701" r:id="rId6"/>
  </p:sldMasterIdLst>
  <p:notesMasterIdLst>
    <p:notesMasterId r:id="rId23"/>
  </p:notesMasterIdLst>
  <p:sldIdLst>
    <p:sldId id="274" r:id="rId7"/>
    <p:sldId id="275" r:id="rId8"/>
    <p:sldId id="554" r:id="rId9"/>
    <p:sldId id="563" r:id="rId10"/>
    <p:sldId id="2147376169" r:id="rId11"/>
    <p:sldId id="2147376170" r:id="rId12"/>
    <p:sldId id="2147376171" r:id="rId13"/>
    <p:sldId id="2147376165" r:id="rId14"/>
    <p:sldId id="2147376172" r:id="rId15"/>
    <p:sldId id="2147376174" r:id="rId16"/>
    <p:sldId id="2147376173" r:id="rId17"/>
    <p:sldId id="2147376175" r:id="rId18"/>
    <p:sldId id="2147376167" r:id="rId19"/>
    <p:sldId id="2147376166" r:id="rId20"/>
    <p:sldId id="2147376168" r:id="rId21"/>
    <p:sldId id="566" r:id="rId22"/>
  </p:sldIdLst>
  <p:sldSz cx="12192000" cy="6858000"/>
  <p:notesSz cx="9934575" cy="68024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9FF74B9-AED9-4C92-BCE2-36A18B03137A}">
          <p14:sldIdLst>
            <p14:sldId id="274"/>
            <p14:sldId id="275"/>
          </p14:sldIdLst>
        </p14:section>
        <p14:section name="Title" id="{170BBD77-6131-46ED-B8CF-BDD55BFCDC95}">
          <p14:sldIdLst/>
        </p14:section>
        <p14:section name="Main" id="{AF99D97C-E29C-4AB5-A310-AFB79CB5CA7B}">
          <p14:sldIdLst>
            <p14:sldId id="554"/>
            <p14:sldId id="563"/>
            <p14:sldId id="2147376169"/>
            <p14:sldId id="2147376170"/>
            <p14:sldId id="2147376171"/>
            <p14:sldId id="2147376165"/>
            <p14:sldId id="2147376172"/>
            <p14:sldId id="2147376174"/>
            <p14:sldId id="2147376173"/>
            <p14:sldId id="2147376175"/>
            <p14:sldId id="2147376167"/>
            <p14:sldId id="2147376166"/>
            <p14:sldId id="2147376168"/>
            <p14:sldId id="566"/>
          </p14:sldIdLst>
        </p14:section>
        <p14:section name="Specifications" id="{89BEC550-BBB8-4DE0-9B5A-5EB5D5167104}">
          <p14:sldIdLst/>
        </p14:section>
        <p14:section name="Ending" id="{C54B36F3-4F2D-41A9-B6A1-0395DED22376}">
          <p14:sldIdLst/>
        </p14:section>
        <p14:section name="Product No. Structure" id="{B9A57C45-42F1-473B-AFA4-E3EC72B572B5}">
          <p14:sldIdLst/>
        </p14:section>
        <p14:section name="(Supplement) Theme Color" id="{30A42B58-6C34-495D-8BA6-04B4F3D242AA}">
          <p14:sldIdLst/>
        </p14:section>
        <p14:section name="(Supplement) Decoration" id="{5E0F8246-D688-44D2-8DA0-4051F518B65D}">
          <p14:sldIdLst/>
        </p14:section>
      </p14:sectionLst>
    </p:ext>
    <p:ext uri="{EFAFB233-063F-42B5-8137-9DF3F51BA10A}">
      <p15:sldGuideLst xmlns:p15="http://schemas.microsoft.com/office/powerpoint/2012/main">
        <p15:guide id="2" pos="7423" userDrawn="1">
          <p15:clr>
            <a:srgbClr val="A4A3A4"/>
          </p15:clr>
        </p15:guide>
        <p15:guide id="3" pos="7173" userDrawn="1">
          <p15:clr>
            <a:srgbClr val="A4A3A4"/>
          </p15:clr>
        </p15:guide>
        <p15:guide id="4" pos="6795" userDrawn="1">
          <p15:clr>
            <a:srgbClr val="A4A3A4"/>
          </p15:clr>
        </p15:guide>
        <p15:guide id="5" pos="7045" userDrawn="1">
          <p15:clr>
            <a:srgbClr val="A4A3A4"/>
          </p15:clr>
        </p15:guide>
        <p15:guide id="6" pos="6664" userDrawn="1">
          <p15:clr>
            <a:srgbClr val="A4A3A4"/>
          </p15:clr>
        </p15:guide>
        <p15:guide id="7" pos="6414" userDrawn="1">
          <p15:clr>
            <a:srgbClr val="A4A3A4"/>
          </p15:clr>
        </p15:guide>
        <p15:guide id="8" orient="horz" pos="1560" userDrawn="1">
          <p15:clr>
            <a:srgbClr val="A4A3A4"/>
          </p15:clr>
        </p15:guide>
        <p15:guide id="10" orient="horz" pos="4098" userDrawn="1">
          <p15:clr>
            <a:srgbClr val="A4A3A4"/>
          </p15:clr>
        </p15:guide>
        <p15:guide id="11" pos="91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098"/>
    <a:srgbClr val="D9F3FC"/>
    <a:srgbClr val="74B22B"/>
    <a:srgbClr val="EAE5E0"/>
    <a:srgbClr val="EAE5E3"/>
    <a:srgbClr val="EAE5F7"/>
    <a:srgbClr val="F2F5F8"/>
    <a:srgbClr val="989898"/>
    <a:srgbClr val="F2F3F8"/>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8CF5CB-6617-499D-AD8B-776B2BA65277}" v="46" dt="2026-02-02T05:53:17.02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04" autoAdjust="0"/>
  </p:normalViewPr>
  <p:slideViewPr>
    <p:cSldViewPr snapToGrid="0">
      <p:cViewPr varScale="1">
        <p:scale>
          <a:sx n="54" d="100"/>
          <a:sy n="54" d="100"/>
        </p:scale>
        <p:origin x="1134" y="276"/>
      </p:cViewPr>
      <p:guideLst>
        <p:guide pos="7423"/>
        <p:guide pos="7173"/>
        <p:guide pos="6795"/>
        <p:guide pos="7045"/>
        <p:guide pos="6664"/>
        <p:guide pos="6414"/>
        <p:guide orient="horz" pos="1560"/>
        <p:guide orient="horz" pos="4098"/>
        <p:guide pos="918"/>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ori Suga（菅 里織）" userId="8e39834b-9372-4d08-8fbc-04aba1367d86" providerId="ADAL" clId="{4990F336-D35E-4435-9CE4-6BB373FF4A73}"/>
    <pc:docChg chg="undo custSel addSld delSld modSld modSection">
      <pc:chgData name="Saori Suga（菅 里織）" userId="8e39834b-9372-4d08-8fbc-04aba1367d86" providerId="ADAL" clId="{4990F336-D35E-4435-9CE4-6BB373FF4A73}" dt="2026-02-02T06:06:03.279" v="8671" actId="478"/>
      <pc:docMkLst>
        <pc:docMk/>
      </pc:docMkLst>
      <pc:sldChg chg="addSp modSp mod">
        <pc:chgData name="Saori Suga（菅 里織）" userId="8e39834b-9372-4d08-8fbc-04aba1367d86" providerId="ADAL" clId="{4990F336-D35E-4435-9CE4-6BB373FF4A73}" dt="2026-01-28T07:28:55.340" v="4882" actId="1076"/>
        <pc:sldMkLst>
          <pc:docMk/>
          <pc:sldMk cId="2843057548" sldId="554"/>
        </pc:sldMkLst>
        <pc:spChg chg="mod">
          <ac:chgData name="Saori Suga（菅 里織）" userId="8e39834b-9372-4d08-8fbc-04aba1367d86" providerId="ADAL" clId="{4990F336-D35E-4435-9CE4-6BB373FF4A73}" dt="2026-01-28T07:28:55.340" v="4882" actId="1076"/>
          <ac:spMkLst>
            <pc:docMk/>
            <pc:sldMk cId="2843057548" sldId="554"/>
            <ac:spMk id="6" creationId="{9B03A37A-8957-3532-20CA-A9F0843E910D}"/>
          </ac:spMkLst>
        </pc:spChg>
        <pc:spChg chg="add mod">
          <ac:chgData name="Saori Suga（菅 里織）" userId="8e39834b-9372-4d08-8fbc-04aba1367d86" providerId="ADAL" clId="{4990F336-D35E-4435-9CE4-6BB373FF4A73}" dt="2026-01-28T07:28:53.514" v="4881" actId="1076"/>
          <ac:spMkLst>
            <pc:docMk/>
            <pc:sldMk cId="2843057548" sldId="554"/>
            <ac:spMk id="9" creationId="{C09F7E65-FBC1-686B-8B3D-A422A2471620}"/>
          </ac:spMkLst>
        </pc:spChg>
      </pc:sldChg>
      <pc:sldChg chg="modSp mod">
        <pc:chgData name="Saori Suga（菅 里織）" userId="8e39834b-9372-4d08-8fbc-04aba1367d86" providerId="ADAL" clId="{4990F336-D35E-4435-9CE4-6BB373FF4A73}" dt="2026-01-28T07:24:24.652" v="4661" actId="20577"/>
        <pc:sldMkLst>
          <pc:docMk/>
          <pc:sldMk cId="2219230235" sldId="563"/>
        </pc:sldMkLst>
        <pc:spChg chg="mod">
          <ac:chgData name="Saori Suga（菅 里織）" userId="8e39834b-9372-4d08-8fbc-04aba1367d86" providerId="ADAL" clId="{4990F336-D35E-4435-9CE4-6BB373FF4A73}" dt="2026-01-28T07:24:24.652" v="4661" actId="20577"/>
          <ac:spMkLst>
            <pc:docMk/>
            <pc:sldMk cId="2219230235" sldId="563"/>
            <ac:spMk id="13" creationId="{75BEAE1F-ECC8-6AF0-6B31-6C045B448226}"/>
          </ac:spMkLst>
        </pc:spChg>
      </pc:sldChg>
      <pc:sldChg chg="addSp delSp modSp add mod">
        <pc:chgData name="Saori Suga（菅 里織）" userId="8e39834b-9372-4d08-8fbc-04aba1367d86" providerId="ADAL" clId="{4990F336-D35E-4435-9CE4-6BB373FF4A73}" dt="2026-02-02T05:47:53.860" v="8406" actId="1076"/>
        <pc:sldMkLst>
          <pc:docMk/>
          <pc:sldMk cId="3045414943" sldId="2147376165"/>
        </pc:sldMkLst>
        <pc:spChg chg="add mod">
          <ac:chgData name="Saori Suga（菅 里織）" userId="8e39834b-9372-4d08-8fbc-04aba1367d86" providerId="ADAL" clId="{4990F336-D35E-4435-9CE4-6BB373FF4A73}" dt="2026-02-02T05:47:13.917" v="8339" actId="1076"/>
          <ac:spMkLst>
            <pc:docMk/>
            <pc:sldMk cId="3045414943" sldId="2147376165"/>
            <ac:spMk id="2" creationId="{2FFE1D22-C0BB-FD9B-84AF-AB092FD15CF3}"/>
          </ac:spMkLst>
        </pc:spChg>
        <pc:spChg chg="add mod">
          <ac:chgData name="Saori Suga（菅 里織）" userId="8e39834b-9372-4d08-8fbc-04aba1367d86" providerId="ADAL" clId="{4990F336-D35E-4435-9CE4-6BB373FF4A73}" dt="2026-02-02T05:47:22.703" v="8346" actId="1076"/>
          <ac:spMkLst>
            <pc:docMk/>
            <pc:sldMk cId="3045414943" sldId="2147376165"/>
            <ac:spMk id="3" creationId="{E08563C6-62A9-2C2B-1B81-9C2AE5BD281D}"/>
          </ac:spMkLst>
        </pc:spChg>
        <pc:spChg chg="add mod">
          <ac:chgData name="Saori Suga（菅 里織）" userId="8e39834b-9372-4d08-8fbc-04aba1367d86" providerId="ADAL" clId="{4990F336-D35E-4435-9CE4-6BB373FF4A73}" dt="2026-02-02T05:47:52.119" v="8405" actId="1076"/>
          <ac:spMkLst>
            <pc:docMk/>
            <pc:sldMk cId="3045414943" sldId="2147376165"/>
            <ac:spMk id="6" creationId="{80B51637-B35E-70B3-FE25-8CD606B819E7}"/>
          </ac:spMkLst>
        </pc:spChg>
        <pc:spChg chg="mod">
          <ac:chgData name="Saori Suga（菅 里織）" userId="8e39834b-9372-4d08-8fbc-04aba1367d86" providerId="ADAL" clId="{4990F336-D35E-4435-9CE4-6BB373FF4A73}" dt="2026-01-23T05:53:19.607" v="3473" actId="20577"/>
          <ac:spMkLst>
            <pc:docMk/>
            <pc:sldMk cId="3045414943" sldId="2147376165"/>
            <ac:spMk id="11" creationId="{9305113A-A332-9CE6-A94C-7F4E1087D0C2}"/>
          </ac:spMkLst>
        </pc:spChg>
        <pc:spChg chg="mod">
          <ac:chgData name="Saori Suga（菅 里織）" userId="8e39834b-9372-4d08-8fbc-04aba1367d86" providerId="ADAL" clId="{4990F336-D35E-4435-9CE4-6BB373FF4A73}" dt="2026-01-23T06:10:03.442" v="4622" actId="403"/>
          <ac:spMkLst>
            <pc:docMk/>
            <pc:sldMk cId="3045414943" sldId="2147376165"/>
            <ac:spMk id="13" creationId="{89C74B7E-84C4-DDDB-7197-0B7773C699B0}"/>
          </ac:spMkLst>
        </pc:spChg>
        <pc:picChg chg="add mod">
          <ac:chgData name="Saori Suga（菅 里織）" userId="8e39834b-9372-4d08-8fbc-04aba1367d86" providerId="ADAL" clId="{4990F336-D35E-4435-9CE4-6BB373FF4A73}" dt="2026-02-02T05:47:53.860" v="8406" actId="1076"/>
          <ac:picMkLst>
            <pc:docMk/>
            <pc:sldMk cId="3045414943" sldId="2147376165"/>
            <ac:picMk id="5" creationId="{52201CF5-24A4-0CF1-43A4-BBF0A6B418C9}"/>
          </ac:picMkLst>
        </pc:picChg>
      </pc:sldChg>
      <pc:sldChg chg="modSp mod">
        <pc:chgData name="Saori Suga（菅 里織）" userId="8e39834b-9372-4d08-8fbc-04aba1367d86" providerId="ADAL" clId="{4990F336-D35E-4435-9CE4-6BB373FF4A73}" dt="2026-01-23T06:04:21.324" v="4305" actId="207"/>
        <pc:sldMkLst>
          <pc:docMk/>
          <pc:sldMk cId="3473169309" sldId="2147376166"/>
        </pc:sldMkLst>
        <pc:spChg chg="mod">
          <ac:chgData name="Saori Suga（菅 里織）" userId="8e39834b-9372-4d08-8fbc-04aba1367d86" providerId="ADAL" clId="{4990F336-D35E-4435-9CE4-6BB373FF4A73}" dt="2026-01-23T06:04:21.324" v="4305" actId="207"/>
          <ac:spMkLst>
            <pc:docMk/>
            <pc:sldMk cId="3473169309" sldId="2147376166"/>
            <ac:spMk id="10" creationId="{C4877E66-1E42-1F49-D77D-B4D46E9F11D5}"/>
          </ac:spMkLst>
        </pc:spChg>
        <pc:spChg chg="mod">
          <ac:chgData name="Saori Suga（菅 里織）" userId="8e39834b-9372-4d08-8fbc-04aba1367d86" providerId="ADAL" clId="{4990F336-D35E-4435-9CE4-6BB373FF4A73}" dt="2026-01-23T06:04:21.324" v="4305" actId="207"/>
          <ac:spMkLst>
            <pc:docMk/>
            <pc:sldMk cId="3473169309" sldId="2147376166"/>
            <ac:spMk id="12" creationId="{46FD8BEF-0EC6-7508-B139-0DB8DEC9CFB4}"/>
          </ac:spMkLst>
        </pc:spChg>
        <pc:spChg chg="mod">
          <ac:chgData name="Saori Suga（菅 里織）" userId="8e39834b-9372-4d08-8fbc-04aba1367d86" providerId="ADAL" clId="{4990F336-D35E-4435-9CE4-6BB373FF4A73}" dt="2026-01-23T06:04:21.324" v="4305" actId="207"/>
          <ac:spMkLst>
            <pc:docMk/>
            <pc:sldMk cId="3473169309" sldId="2147376166"/>
            <ac:spMk id="14" creationId="{6E10E9A4-CA78-A2D6-0A7A-F1B95565A734}"/>
          </ac:spMkLst>
        </pc:spChg>
        <pc:picChg chg="mod">
          <ac:chgData name="Saori Suga（菅 里織）" userId="8e39834b-9372-4d08-8fbc-04aba1367d86" providerId="ADAL" clId="{4990F336-D35E-4435-9CE4-6BB373FF4A73}" dt="2026-01-23T06:02:01.400" v="4190" actId="14100"/>
          <ac:picMkLst>
            <pc:docMk/>
            <pc:sldMk cId="3473169309" sldId="2147376166"/>
            <ac:picMk id="5" creationId="{E3C12F52-6A9A-88A0-9445-3D5F7D72BB77}"/>
          </ac:picMkLst>
        </pc:picChg>
      </pc:sldChg>
      <pc:sldChg chg="addSp delSp modSp add mod">
        <pc:chgData name="Saori Suga（菅 里織）" userId="8e39834b-9372-4d08-8fbc-04aba1367d86" providerId="ADAL" clId="{4990F336-D35E-4435-9CE4-6BB373FF4A73}" dt="2026-01-23T06:04:30.248" v="4308" actId="207"/>
        <pc:sldMkLst>
          <pc:docMk/>
          <pc:sldMk cId="813208605" sldId="2147376167"/>
        </pc:sldMkLst>
        <pc:spChg chg="add mod">
          <ac:chgData name="Saori Suga（菅 里織）" userId="8e39834b-9372-4d08-8fbc-04aba1367d86" providerId="ADAL" clId="{4990F336-D35E-4435-9CE4-6BB373FF4A73}" dt="2026-01-23T06:01:24.396" v="4141" actId="14100"/>
          <ac:spMkLst>
            <pc:docMk/>
            <pc:sldMk cId="813208605" sldId="2147376167"/>
            <ac:spMk id="2" creationId="{0E78D951-6461-38B5-0768-A6AC26E09117}"/>
          </ac:spMkLst>
        </pc:spChg>
        <pc:spChg chg="add mod">
          <ac:chgData name="Saori Suga（菅 里織）" userId="8e39834b-9372-4d08-8fbc-04aba1367d86" providerId="ADAL" clId="{4990F336-D35E-4435-9CE4-6BB373FF4A73}" dt="2026-01-23T06:01:16.265" v="4138" actId="14100"/>
          <ac:spMkLst>
            <pc:docMk/>
            <pc:sldMk cId="813208605" sldId="2147376167"/>
            <ac:spMk id="4" creationId="{9193B729-3625-897F-F3D7-E395492CD6EB}"/>
          </ac:spMkLst>
        </pc:spChg>
        <pc:spChg chg="add mod">
          <ac:chgData name="Saori Suga（菅 里織）" userId="8e39834b-9372-4d08-8fbc-04aba1367d86" providerId="ADAL" clId="{4990F336-D35E-4435-9CE4-6BB373FF4A73}" dt="2026-01-23T06:04:30.248" v="4308" actId="207"/>
          <ac:spMkLst>
            <pc:docMk/>
            <pc:sldMk cId="813208605" sldId="2147376167"/>
            <ac:spMk id="6" creationId="{893FF4E4-258C-1088-69E5-95440F591F34}"/>
          </ac:spMkLst>
        </pc:spChg>
        <pc:spChg chg="mod ord">
          <ac:chgData name="Saori Suga（菅 里織）" userId="8e39834b-9372-4d08-8fbc-04aba1367d86" providerId="ADAL" clId="{4990F336-D35E-4435-9CE4-6BB373FF4A73}" dt="2026-01-23T06:04:30.248" v="4308" actId="207"/>
          <ac:spMkLst>
            <pc:docMk/>
            <pc:sldMk cId="813208605" sldId="2147376167"/>
            <ac:spMk id="10" creationId="{C31BFFF8-F824-B6D6-58E1-C27EF34A07AE}"/>
          </ac:spMkLst>
        </pc:spChg>
        <pc:spChg chg="add mod">
          <ac:chgData name="Saori Suga（菅 里織）" userId="8e39834b-9372-4d08-8fbc-04aba1367d86" providerId="ADAL" clId="{4990F336-D35E-4435-9CE4-6BB373FF4A73}" dt="2026-01-23T06:04:30.248" v="4308" actId="207"/>
          <ac:spMkLst>
            <pc:docMk/>
            <pc:sldMk cId="813208605" sldId="2147376167"/>
            <ac:spMk id="13" creationId="{A771F163-A7F6-1CE5-0166-AE217E456982}"/>
          </ac:spMkLst>
        </pc:spChg>
        <pc:spChg chg="mod">
          <ac:chgData name="Saori Suga（菅 里織）" userId="8e39834b-9372-4d08-8fbc-04aba1367d86" providerId="ADAL" clId="{4990F336-D35E-4435-9CE4-6BB373FF4A73}" dt="2026-01-23T06:04:30.248" v="4308" actId="207"/>
          <ac:spMkLst>
            <pc:docMk/>
            <pc:sldMk cId="813208605" sldId="2147376167"/>
            <ac:spMk id="14" creationId="{9F5B68BA-AE24-6F29-5FB0-11CF544A5AE1}"/>
          </ac:spMkLst>
        </pc:spChg>
        <pc:picChg chg="add mod">
          <ac:chgData name="Saori Suga（菅 里織）" userId="8e39834b-9372-4d08-8fbc-04aba1367d86" providerId="ADAL" clId="{4990F336-D35E-4435-9CE4-6BB373FF4A73}" dt="2026-01-23T06:01:18.455" v="4139" actId="1076"/>
          <ac:picMkLst>
            <pc:docMk/>
            <pc:sldMk cId="813208605" sldId="2147376167"/>
            <ac:picMk id="3" creationId="{EB1E15B2-9F4C-6A45-C6F7-93B9829786FB}"/>
          </ac:picMkLst>
        </pc:picChg>
      </pc:sldChg>
      <pc:sldChg chg="addSp delSp modSp add mod">
        <pc:chgData name="Saori Suga（菅 里織）" userId="8e39834b-9372-4d08-8fbc-04aba1367d86" providerId="ADAL" clId="{4990F336-D35E-4435-9CE4-6BB373FF4A73}" dt="2026-02-02T05:32:09.074" v="7845" actId="14100"/>
        <pc:sldMkLst>
          <pc:docMk/>
          <pc:sldMk cId="3637049518" sldId="2147376168"/>
        </pc:sldMkLst>
        <pc:spChg chg="add mod ord">
          <ac:chgData name="Saori Suga（菅 里織）" userId="8e39834b-9372-4d08-8fbc-04aba1367d86" providerId="ADAL" clId="{4990F336-D35E-4435-9CE4-6BB373FF4A73}" dt="2026-01-23T06:09:18.224" v="4618" actId="120"/>
          <ac:spMkLst>
            <pc:docMk/>
            <pc:sldMk cId="3637049518" sldId="2147376168"/>
            <ac:spMk id="2" creationId="{95E26475-9A51-7ABB-AC8E-124EF8B42C0C}"/>
          </ac:spMkLst>
        </pc:spChg>
        <pc:spChg chg="add mod">
          <ac:chgData name="Saori Suga（菅 里織）" userId="8e39834b-9372-4d08-8fbc-04aba1367d86" providerId="ADAL" clId="{4990F336-D35E-4435-9CE4-6BB373FF4A73}" dt="2026-02-02T05:32:09.074" v="7845" actId="14100"/>
          <ac:spMkLst>
            <pc:docMk/>
            <pc:sldMk cId="3637049518" sldId="2147376168"/>
            <ac:spMk id="3" creationId="{B303161C-5C89-0ADB-04D0-2B5D5E351A51}"/>
          </ac:spMkLst>
        </pc:spChg>
        <pc:spChg chg="mod ord">
          <ac:chgData name="Saori Suga（菅 里織）" userId="8e39834b-9372-4d08-8fbc-04aba1367d86" providerId="ADAL" clId="{4990F336-D35E-4435-9CE4-6BB373FF4A73}" dt="2026-01-23T06:08:27.652" v="4455" actId="14100"/>
          <ac:spMkLst>
            <pc:docMk/>
            <pc:sldMk cId="3637049518" sldId="2147376168"/>
            <ac:spMk id="10" creationId="{9A3D0E99-B5F2-D6D6-E14C-A101759650F5}"/>
          </ac:spMkLst>
        </pc:spChg>
        <pc:spChg chg="mod">
          <ac:chgData name="Saori Suga（菅 里織）" userId="8e39834b-9372-4d08-8fbc-04aba1367d86" providerId="ADAL" clId="{4990F336-D35E-4435-9CE4-6BB373FF4A73}" dt="2026-01-23T06:05:16.765" v="4358" actId="20577"/>
          <ac:spMkLst>
            <pc:docMk/>
            <pc:sldMk cId="3637049518" sldId="2147376168"/>
            <ac:spMk id="11" creationId="{768CA60C-1D0D-C91D-4247-EC26BB275C94}"/>
          </ac:spMkLst>
        </pc:spChg>
        <pc:picChg chg="add mod">
          <ac:chgData name="Saori Suga（菅 里織）" userId="8e39834b-9372-4d08-8fbc-04aba1367d86" providerId="ADAL" clId="{4990F336-D35E-4435-9CE4-6BB373FF4A73}" dt="2026-01-23T06:07:28.263" v="4371" actId="1076"/>
          <ac:picMkLst>
            <pc:docMk/>
            <pc:sldMk cId="3637049518" sldId="2147376168"/>
            <ac:picMk id="4" creationId="{3660D2CD-ADFA-5E54-6943-987E5AA0BF7B}"/>
          </ac:picMkLst>
        </pc:picChg>
      </pc:sldChg>
      <pc:sldChg chg="addSp delSp modSp add mod">
        <pc:chgData name="Saori Suga（菅 里織）" userId="8e39834b-9372-4d08-8fbc-04aba1367d86" providerId="ADAL" clId="{4990F336-D35E-4435-9CE4-6BB373FF4A73}" dt="2026-01-28T07:48:23.750" v="5693"/>
        <pc:sldMkLst>
          <pc:docMk/>
          <pc:sldMk cId="4027643074" sldId="2147376169"/>
        </pc:sldMkLst>
        <pc:spChg chg="add mod">
          <ac:chgData name="Saori Suga（菅 里織）" userId="8e39834b-9372-4d08-8fbc-04aba1367d86" providerId="ADAL" clId="{4990F336-D35E-4435-9CE4-6BB373FF4A73}" dt="2026-01-28T07:37:10.793" v="5139" actId="14100"/>
          <ac:spMkLst>
            <pc:docMk/>
            <pc:sldMk cId="4027643074" sldId="2147376169"/>
            <ac:spMk id="2" creationId="{6182366B-5883-5761-0689-65CC02B9061F}"/>
          </ac:spMkLst>
        </pc:spChg>
        <pc:spChg chg="add mod">
          <ac:chgData name="Saori Suga（菅 里織）" userId="8e39834b-9372-4d08-8fbc-04aba1367d86" providerId="ADAL" clId="{4990F336-D35E-4435-9CE4-6BB373FF4A73}" dt="2026-01-28T07:37:08.165" v="5138" actId="14100"/>
          <ac:spMkLst>
            <pc:docMk/>
            <pc:sldMk cId="4027643074" sldId="2147376169"/>
            <ac:spMk id="3" creationId="{51C3F601-B4F2-260E-6378-3DA62AD876F6}"/>
          </ac:spMkLst>
        </pc:spChg>
        <pc:spChg chg="add mod">
          <ac:chgData name="Saori Suga（菅 里織）" userId="8e39834b-9372-4d08-8fbc-04aba1367d86" providerId="ADAL" clId="{4990F336-D35E-4435-9CE4-6BB373FF4A73}" dt="2026-01-28T07:33:36.739" v="5065" actId="1076"/>
          <ac:spMkLst>
            <pc:docMk/>
            <pc:sldMk cId="4027643074" sldId="2147376169"/>
            <ac:spMk id="5" creationId="{A21ED782-BA4E-60EF-72E3-B4D498E01F1B}"/>
          </ac:spMkLst>
        </pc:spChg>
        <pc:spChg chg="add mod">
          <ac:chgData name="Saori Suga（菅 里織）" userId="8e39834b-9372-4d08-8fbc-04aba1367d86" providerId="ADAL" clId="{4990F336-D35E-4435-9CE4-6BB373FF4A73}" dt="2026-01-28T07:33:36.739" v="5065" actId="1076"/>
          <ac:spMkLst>
            <pc:docMk/>
            <pc:sldMk cId="4027643074" sldId="2147376169"/>
            <ac:spMk id="7" creationId="{3412ECA0-59B0-6D66-DD98-9777147DB5DC}"/>
          </ac:spMkLst>
        </pc:spChg>
        <pc:spChg chg="add mod">
          <ac:chgData name="Saori Suga（菅 里織）" userId="8e39834b-9372-4d08-8fbc-04aba1367d86" providerId="ADAL" clId="{4990F336-D35E-4435-9CE4-6BB373FF4A73}" dt="2026-01-28T07:35:34.375" v="5111" actId="1076"/>
          <ac:spMkLst>
            <pc:docMk/>
            <pc:sldMk cId="4027643074" sldId="2147376169"/>
            <ac:spMk id="9" creationId="{A84C6E2B-6B81-34BC-61EE-B3BCD6D88EBE}"/>
          </ac:spMkLst>
        </pc:spChg>
        <pc:spChg chg="add mod">
          <ac:chgData name="Saori Suga（菅 里織）" userId="8e39834b-9372-4d08-8fbc-04aba1367d86" providerId="ADAL" clId="{4990F336-D35E-4435-9CE4-6BB373FF4A73}" dt="2026-01-28T07:36:02.523" v="5119" actId="1076"/>
          <ac:spMkLst>
            <pc:docMk/>
            <pc:sldMk cId="4027643074" sldId="2147376169"/>
            <ac:spMk id="10" creationId="{36EFA511-DCC6-CBFD-5CA9-0AD2208EDFEB}"/>
          </ac:spMkLst>
        </pc:spChg>
        <pc:spChg chg="mod">
          <ac:chgData name="Saori Suga（菅 里織）" userId="8e39834b-9372-4d08-8fbc-04aba1367d86" providerId="ADAL" clId="{4990F336-D35E-4435-9CE4-6BB373FF4A73}" dt="2026-01-28T07:24:16.867" v="4643" actId="6549"/>
          <ac:spMkLst>
            <pc:docMk/>
            <pc:sldMk cId="4027643074" sldId="2147376169"/>
            <ac:spMk id="11" creationId="{A0DE5905-5759-35F5-D2F3-E0B5D39766EE}"/>
          </ac:spMkLst>
        </pc:spChg>
        <pc:spChg chg="mod">
          <ac:chgData name="Saori Suga（菅 里織）" userId="8e39834b-9372-4d08-8fbc-04aba1367d86" providerId="ADAL" clId="{4990F336-D35E-4435-9CE4-6BB373FF4A73}" dt="2026-01-28T07:33:24.659" v="5063" actId="14100"/>
          <ac:spMkLst>
            <pc:docMk/>
            <pc:sldMk cId="4027643074" sldId="2147376169"/>
            <ac:spMk id="13" creationId="{436EC2CC-45A9-C8BD-7FBA-49662A19B2E0}"/>
          </ac:spMkLst>
        </pc:spChg>
        <pc:spChg chg="add mod">
          <ac:chgData name="Saori Suga（菅 里織）" userId="8e39834b-9372-4d08-8fbc-04aba1367d86" providerId="ADAL" clId="{4990F336-D35E-4435-9CE4-6BB373FF4A73}" dt="2026-01-28T07:48:23.750" v="5693"/>
          <ac:spMkLst>
            <pc:docMk/>
            <pc:sldMk cId="4027643074" sldId="2147376169"/>
            <ac:spMk id="30" creationId="{B87FCE05-533F-13F0-B121-20C83B9A7BD0}"/>
          </ac:spMkLst>
        </pc:spChg>
        <pc:picChg chg="add mod modCrop">
          <ac:chgData name="Saori Suga（菅 里織）" userId="8e39834b-9372-4d08-8fbc-04aba1367d86" providerId="ADAL" clId="{4990F336-D35E-4435-9CE4-6BB373FF4A73}" dt="2026-01-28T07:33:31.139" v="5064" actId="14100"/>
          <ac:picMkLst>
            <pc:docMk/>
            <pc:sldMk cId="4027643074" sldId="2147376169"/>
            <ac:picMk id="4" creationId="{1A32FE7F-5BC9-3D3E-EBBC-F4B3E20B67D1}"/>
          </ac:picMkLst>
        </pc:picChg>
        <pc:cxnChg chg="add mod">
          <ac:chgData name="Saori Suga（菅 里織）" userId="8e39834b-9372-4d08-8fbc-04aba1367d86" providerId="ADAL" clId="{4990F336-D35E-4435-9CE4-6BB373FF4A73}" dt="2026-01-28T07:36:02.523" v="5119" actId="1076"/>
          <ac:cxnSpMkLst>
            <pc:docMk/>
            <pc:sldMk cId="4027643074" sldId="2147376169"/>
            <ac:cxnSpMk id="21" creationId="{27E649D3-C2E5-9B9F-6403-081355BB87C6}"/>
          </ac:cxnSpMkLst>
        </pc:cxnChg>
      </pc:sldChg>
      <pc:sldChg chg="addSp delSp modSp add mod">
        <pc:chgData name="Saori Suga（菅 里織）" userId="8e39834b-9372-4d08-8fbc-04aba1367d86" providerId="ADAL" clId="{4990F336-D35E-4435-9CE4-6BB373FF4A73}" dt="2026-01-28T08:09:33.463" v="6067" actId="1076"/>
        <pc:sldMkLst>
          <pc:docMk/>
          <pc:sldMk cId="4131297979" sldId="2147376170"/>
        </pc:sldMkLst>
        <pc:spChg chg="add mod">
          <ac:chgData name="Saori Suga（菅 里織）" userId="8e39834b-9372-4d08-8fbc-04aba1367d86" providerId="ADAL" clId="{4990F336-D35E-4435-9CE4-6BB373FF4A73}" dt="2026-01-28T07:39:03.933" v="5263" actId="20577"/>
          <ac:spMkLst>
            <pc:docMk/>
            <pc:sldMk cId="4131297979" sldId="2147376170"/>
            <ac:spMk id="6" creationId="{C72A8721-C2E0-C2ED-9138-89F4FD95C6B6}"/>
          </ac:spMkLst>
        </pc:spChg>
        <pc:spChg chg="add mod">
          <ac:chgData name="Saori Suga（菅 里織）" userId="8e39834b-9372-4d08-8fbc-04aba1367d86" providerId="ADAL" clId="{4990F336-D35E-4435-9CE4-6BB373FF4A73}" dt="2026-01-28T08:09:06.702" v="6025" actId="1076"/>
          <ac:spMkLst>
            <pc:docMk/>
            <pc:sldMk cId="4131297979" sldId="2147376170"/>
            <ac:spMk id="12" creationId="{55674653-E94D-FEA5-7A11-4A7A55CA7EAD}"/>
          </ac:spMkLst>
        </pc:spChg>
        <pc:spChg chg="mod">
          <ac:chgData name="Saori Suga（菅 里織）" userId="8e39834b-9372-4d08-8fbc-04aba1367d86" providerId="ADAL" clId="{4990F336-D35E-4435-9CE4-6BB373FF4A73}" dt="2026-01-28T07:48:04.788" v="5688" actId="20577"/>
          <ac:spMkLst>
            <pc:docMk/>
            <pc:sldMk cId="4131297979" sldId="2147376170"/>
            <ac:spMk id="13" creationId="{0B5D79DA-48DA-DC62-BCCF-F26F34B5875C}"/>
          </ac:spMkLst>
        </pc:spChg>
        <pc:spChg chg="add mod">
          <ac:chgData name="Saori Suga（菅 里織）" userId="8e39834b-9372-4d08-8fbc-04aba1367d86" providerId="ADAL" clId="{4990F336-D35E-4435-9CE4-6BB373FF4A73}" dt="2026-01-28T08:09:33.463" v="6067" actId="1076"/>
          <ac:spMkLst>
            <pc:docMk/>
            <pc:sldMk cId="4131297979" sldId="2147376170"/>
            <ac:spMk id="17" creationId="{6F8FB243-8C10-C640-F914-C5E8122B8E64}"/>
          </ac:spMkLst>
        </pc:spChg>
        <pc:spChg chg="mod">
          <ac:chgData name="Saori Suga（菅 里織）" userId="8e39834b-9372-4d08-8fbc-04aba1367d86" providerId="ADAL" clId="{4990F336-D35E-4435-9CE4-6BB373FF4A73}" dt="2026-01-28T08:06:13.166" v="6006" actId="14100"/>
          <ac:spMkLst>
            <pc:docMk/>
            <pc:sldMk cId="4131297979" sldId="2147376170"/>
            <ac:spMk id="29" creationId="{8CAD0955-88D5-8CB3-3198-09196D53902C}"/>
          </ac:spMkLst>
        </pc:spChg>
      </pc:sldChg>
      <pc:sldChg chg="addSp delSp modSp add mod">
        <pc:chgData name="Saori Suga（菅 里織）" userId="8e39834b-9372-4d08-8fbc-04aba1367d86" providerId="ADAL" clId="{4990F336-D35E-4435-9CE4-6BB373FF4A73}" dt="2026-02-02T05:37:35.803" v="8185" actId="14100"/>
        <pc:sldMkLst>
          <pc:docMk/>
          <pc:sldMk cId="1543454870" sldId="2147376171"/>
        </pc:sldMkLst>
        <pc:spChg chg="mod">
          <ac:chgData name="Saori Suga（菅 里織）" userId="8e39834b-9372-4d08-8fbc-04aba1367d86" providerId="ADAL" clId="{4990F336-D35E-4435-9CE4-6BB373FF4A73}" dt="2026-01-28T07:51:39.516" v="5919" actId="1076"/>
          <ac:spMkLst>
            <pc:docMk/>
            <pc:sldMk cId="1543454870" sldId="2147376171"/>
            <ac:spMk id="2" creationId="{BDEA6202-97AB-906A-0455-4C7C781D171E}"/>
          </ac:spMkLst>
        </pc:spChg>
        <pc:spChg chg="add mod">
          <ac:chgData name="Saori Suga（菅 里織）" userId="8e39834b-9372-4d08-8fbc-04aba1367d86" providerId="ADAL" clId="{4990F336-D35E-4435-9CE4-6BB373FF4A73}" dt="2026-02-02T05:37:35.803" v="8185" actId="14100"/>
          <ac:spMkLst>
            <pc:docMk/>
            <pc:sldMk cId="1543454870" sldId="2147376171"/>
            <ac:spMk id="4" creationId="{37888B87-3BF0-03A3-E55F-071ABEAFCDEA}"/>
          </ac:spMkLst>
        </pc:spChg>
        <pc:spChg chg="mod">
          <ac:chgData name="Saori Suga（菅 里織）" userId="8e39834b-9372-4d08-8fbc-04aba1367d86" providerId="ADAL" clId="{4990F336-D35E-4435-9CE4-6BB373FF4A73}" dt="2026-01-28T07:39:20.195" v="5296" actId="20577"/>
          <ac:spMkLst>
            <pc:docMk/>
            <pc:sldMk cId="1543454870" sldId="2147376171"/>
            <ac:spMk id="6" creationId="{D0D14178-3247-3316-B2C0-5212FE3679DF}"/>
          </ac:spMkLst>
        </pc:spChg>
        <pc:spChg chg="mod">
          <ac:chgData name="Saori Suga（菅 里織）" userId="8e39834b-9372-4d08-8fbc-04aba1367d86" providerId="ADAL" clId="{4990F336-D35E-4435-9CE4-6BB373FF4A73}" dt="2026-01-28T08:11:12.415" v="6175" actId="20577"/>
          <ac:spMkLst>
            <pc:docMk/>
            <pc:sldMk cId="1543454870" sldId="2147376171"/>
            <ac:spMk id="13" creationId="{110DD5CB-D791-9E4F-3534-6795F0DE9C0F}"/>
          </ac:spMkLst>
        </pc:spChg>
        <pc:spChg chg="mod">
          <ac:chgData name="Saori Suga（菅 里織）" userId="8e39834b-9372-4d08-8fbc-04aba1367d86" providerId="ADAL" clId="{4990F336-D35E-4435-9CE4-6BB373FF4A73}" dt="2026-01-28T08:08:33.727" v="6021" actId="1076"/>
          <ac:spMkLst>
            <pc:docMk/>
            <pc:sldMk cId="1543454870" sldId="2147376171"/>
            <ac:spMk id="29" creationId="{30FD2DC6-54E3-2275-9FB2-35B853DB4DAE}"/>
          </ac:spMkLst>
        </pc:spChg>
        <pc:spChg chg="add mod">
          <ac:chgData name="Saori Suga（菅 里織）" userId="8e39834b-9372-4d08-8fbc-04aba1367d86" providerId="ADAL" clId="{4990F336-D35E-4435-9CE4-6BB373FF4A73}" dt="2026-01-28T07:41:25.912" v="5327" actId="14100"/>
          <ac:spMkLst>
            <pc:docMk/>
            <pc:sldMk cId="1543454870" sldId="2147376171"/>
            <ac:spMk id="32" creationId="{6933D304-2DBD-18BC-9B9B-48FBE3EFB1D3}"/>
          </ac:spMkLst>
        </pc:spChg>
        <pc:spChg chg="add mod">
          <ac:chgData name="Saori Suga（菅 里織）" userId="8e39834b-9372-4d08-8fbc-04aba1367d86" providerId="ADAL" clId="{4990F336-D35E-4435-9CE4-6BB373FF4A73}" dt="2026-01-28T07:43:40.053" v="5402" actId="20577"/>
          <ac:spMkLst>
            <pc:docMk/>
            <pc:sldMk cId="1543454870" sldId="2147376171"/>
            <ac:spMk id="41" creationId="{516A5960-0FA0-A11B-EB4A-A0956F58CED6}"/>
          </ac:spMkLst>
        </pc:spChg>
        <pc:spChg chg="add mod">
          <ac:chgData name="Saori Suga（菅 里織）" userId="8e39834b-9372-4d08-8fbc-04aba1367d86" providerId="ADAL" clId="{4990F336-D35E-4435-9CE4-6BB373FF4A73}" dt="2026-01-28T07:51:11.973" v="5879" actId="1076"/>
          <ac:spMkLst>
            <pc:docMk/>
            <pc:sldMk cId="1543454870" sldId="2147376171"/>
            <ac:spMk id="42" creationId="{4C00A02D-7A89-694A-2264-F5D46C17943E}"/>
          </ac:spMkLst>
        </pc:spChg>
        <pc:spChg chg="add mod">
          <ac:chgData name="Saori Suga（菅 里織）" userId="8e39834b-9372-4d08-8fbc-04aba1367d86" providerId="ADAL" clId="{4990F336-D35E-4435-9CE4-6BB373FF4A73}" dt="2026-01-28T08:08:12.487" v="6018" actId="14100"/>
          <ac:spMkLst>
            <pc:docMk/>
            <pc:sldMk cId="1543454870" sldId="2147376171"/>
            <ac:spMk id="45" creationId="{5F27CEB9-72B5-BA93-8EC9-A28B8FCFE967}"/>
          </ac:spMkLst>
        </pc:spChg>
        <pc:picChg chg="add mod ord modCrop">
          <ac:chgData name="Saori Suga（菅 里織）" userId="8e39834b-9372-4d08-8fbc-04aba1367d86" providerId="ADAL" clId="{4990F336-D35E-4435-9CE4-6BB373FF4A73}" dt="2026-01-28T07:50:58.004" v="5873" actId="1076"/>
          <ac:picMkLst>
            <pc:docMk/>
            <pc:sldMk cId="1543454870" sldId="2147376171"/>
            <ac:picMk id="12" creationId="{3DF80A02-E5F0-D7A7-F5BA-8B0430995A2B}"/>
          </ac:picMkLst>
        </pc:picChg>
        <pc:picChg chg="add mod">
          <ac:chgData name="Saori Suga（菅 里織）" userId="8e39834b-9372-4d08-8fbc-04aba1367d86" providerId="ADAL" clId="{4990F336-D35E-4435-9CE4-6BB373FF4A73}" dt="2026-01-28T07:51:06.516" v="5876" actId="1076"/>
          <ac:picMkLst>
            <pc:docMk/>
            <pc:sldMk cId="1543454870" sldId="2147376171"/>
            <ac:picMk id="44" creationId="{AFA4A3AD-1938-3FB7-4913-E6ACFD21D9D6}"/>
          </ac:picMkLst>
        </pc:picChg>
        <pc:cxnChg chg="add mod">
          <ac:chgData name="Saori Suga（菅 里織）" userId="8e39834b-9372-4d08-8fbc-04aba1367d86" providerId="ADAL" clId="{4990F336-D35E-4435-9CE4-6BB373FF4A73}" dt="2026-01-28T07:40:17.434" v="5305" actId="14100"/>
          <ac:cxnSpMkLst>
            <pc:docMk/>
            <pc:sldMk cId="1543454870" sldId="2147376171"/>
            <ac:cxnSpMk id="17" creationId="{CB175FF7-8742-06B0-7037-948A4E5774B0}"/>
          </ac:cxnSpMkLst>
        </pc:cxnChg>
        <pc:cxnChg chg="mod">
          <ac:chgData name="Saori Suga（菅 里織）" userId="8e39834b-9372-4d08-8fbc-04aba1367d86" providerId="ADAL" clId="{4990F336-D35E-4435-9CE4-6BB373FF4A73}" dt="2026-01-28T07:42:09.464" v="5335" actId="14100"/>
          <ac:cxnSpMkLst>
            <pc:docMk/>
            <pc:sldMk cId="1543454870" sldId="2147376171"/>
            <ac:cxnSpMk id="21" creationId="{C062E5A5-07B2-5130-58FE-1BABFCDCFDAA}"/>
          </ac:cxnSpMkLst>
        </pc:cxnChg>
        <pc:cxnChg chg="add">
          <ac:chgData name="Saori Suga（菅 里織）" userId="8e39834b-9372-4d08-8fbc-04aba1367d86" providerId="ADAL" clId="{4990F336-D35E-4435-9CE4-6BB373FF4A73}" dt="2026-01-28T07:42:20.238" v="5336" actId="11529"/>
          <ac:cxnSpMkLst>
            <pc:docMk/>
            <pc:sldMk cId="1543454870" sldId="2147376171"/>
            <ac:cxnSpMk id="40" creationId="{CC85C939-63CA-128D-B027-A383D07DAD1A}"/>
          </ac:cxnSpMkLst>
        </pc:cxnChg>
        <pc:cxnChg chg="add mod">
          <ac:chgData name="Saori Suga（菅 里織）" userId="8e39834b-9372-4d08-8fbc-04aba1367d86" providerId="ADAL" clId="{4990F336-D35E-4435-9CE4-6BB373FF4A73}" dt="2026-01-28T08:08:27.277" v="6020" actId="14100"/>
          <ac:cxnSpMkLst>
            <pc:docMk/>
            <pc:sldMk cId="1543454870" sldId="2147376171"/>
            <ac:cxnSpMk id="47" creationId="{9372237B-7167-0DA6-0DD8-42AF9E1EBDEC}"/>
          </ac:cxnSpMkLst>
        </pc:cxnChg>
      </pc:sldChg>
      <pc:sldChg chg="addSp delSp modSp add mod">
        <pc:chgData name="Saori Suga（菅 里織）" userId="8e39834b-9372-4d08-8fbc-04aba1367d86" providerId="ADAL" clId="{4990F336-D35E-4435-9CE4-6BB373FF4A73}" dt="2026-01-28T08:36:46.521" v="7653" actId="20577"/>
        <pc:sldMkLst>
          <pc:docMk/>
          <pc:sldMk cId="3606412198" sldId="2147376172"/>
        </pc:sldMkLst>
        <pc:spChg chg="add mod">
          <ac:chgData name="Saori Suga（菅 里織）" userId="8e39834b-9372-4d08-8fbc-04aba1367d86" providerId="ADAL" clId="{4990F336-D35E-4435-9CE4-6BB373FF4A73}" dt="2026-01-28T08:19:48.317" v="6685" actId="403"/>
          <ac:spMkLst>
            <pc:docMk/>
            <pc:sldMk cId="3606412198" sldId="2147376172"/>
            <ac:spMk id="3" creationId="{AC9757B3-39A6-1C72-79A3-44464CBCABAB}"/>
          </ac:spMkLst>
        </pc:spChg>
        <pc:spChg chg="mod">
          <ac:chgData name="Saori Suga（菅 里織）" userId="8e39834b-9372-4d08-8fbc-04aba1367d86" providerId="ADAL" clId="{4990F336-D35E-4435-9CE4-6BB373FF4A73}" dt="2026-01-28T08:36:46.521" v="7653" actId="20577"/>
          <ac:spMkLst>
            <pc:docMk/>
            <pc:sldMk cId="3606412198" sldId="2147376172"/>
            <ac:spMk id="11" creationId="{5F2118B3-D792-27E4-45FC-1540C14A9F4A}"/>
          </ac:spMkLst>
        </pc:spChg>
        <pc:spChg chg="mod">
          <ac:chgData name="Saori Suga（菅 里織）" userId="8e39834b-9372-4d08-8fbc-04aba1367d86" providerId="ADAL" clId="{4990F336-D35E-4435-9CE4-6BB373FF4A73}" dt="2026-01-28T08:20:50.470" v="6726" actId="113"/>
          <ac:spMkLst>
            <pc:docMk/>
            <pc:sldMk cId="3606412198" sldId="2147376172"/>
            <ac:spMk id="13" creationId="{1BEF9127-81F3-DD0D-0D04-A6784FF87BBF}"/>
          </ac:spMkLst>
        </pc:spChg>
      </pc:sldChg>
      <pc:sldChg chg="addSp delSp modSp add mod">
        <pc:chgData name="Saori Suga（菅 里織）" userId="8e39834b-9372-4d08-8fbc-04aba1367d86" providerId="ADAL" clId="{4990F336-D35E-4435-9CE4-6BB373FF4A73}" dt="2026-01-28T08:38:13.728" v="7786" actId="20577"/>
        <pc:sldMkLst>
          <pc:docMk/>
          <pc:sldMk cId="1926884075" sldId="2147376173"/>
        </pc:sldMkLst>
        <pc:spChg chg="mod">
          <ac:chgData name="Saori Suga（菅 里織）" userId="8e39834b-9372-4d08-8fbc-04aba1367d86" providerId="ADAL" clId="{4990F336-D35E-4435-9CE4-6BB373FF4A73}" dt="2026-01-28T08:35:27.712" v="7478" actId="14100"/>
          <ac:spMkLst>
            <pc:docMk/>
            <pc:sldMk cId="1926884075" sldId="2147376173"/>
            <ac:spMk id="2" creationId="{3A36883E-91D0-4E20-9C3B-EDB07FEB4715}"/>
          </ac:spMkLst>
        </pc:spChg>
        <pc:spChg chg="add mod">
          <ac:chgData name="Saori Suga（菅 里織）" userId="8e39834b-9372-4d08-8fbc-04aba1367d86" providerId="ADAL" clId="{4990F336-D35E-4435-9CE4-6BB373FF4A73}" dt="2026-01-28T08:36:18.861" v="7601" actId="20577"/>
          <ac:spMkLst>
            <pc:docMk/>
            <pc:sldMk cId="1926884075" sldId="2147376173"/>
            <ac:spMk id="3" creationId="{3E9A7821-F291-E402-B0FB-95CF8884A56E}"/>
          </ac:spMkLst>
        </pc:spChg>
        <pc:spChg chg="mod">
          <ac:chgData name="Saori Suga（菅 里織）" userId="8e39834b-9372-4d08-8fbc-04aba1367d86" providerId="ADAL" clId="{4990F336-D35E-4435-9CE4-6BB373FF4A73}" dt="2026-01-28T08:38:13.728" v="7786" actId="20577"/>
          <ac:spMkLst>
            <pc:docMk/>
            <pc:sldMk cId="1926884075" sldId="2147376173"/>
            <ac:spMk id="11" creationId="{7F809B97-0747-A6C0-4C5E-23F6B4D9251A}"/>
          </ac:spMkLst>
        </pc:spChg>
      </pc:sldChg>
      <pc:sldChg chg="delSp modSp add mod">
        <pc:chgData name="Saori Suga（菅 里織）" userId="8e39834b-9372-4d08-8fbc-04aba1367d86" providerId="ADAL" clId="{4990F336-D35E-4435-9CE4-6BB373FF4A73}" dt="2026-01-28T08:37:45.588" v="7741" actId="20577"/>
        <pc:sldMkLst>
          <pc:docMk/>
          <pc:sldMk cId="1980901627" sldId="2147376174"/>
        </pc:sldMkLst>
        <pc:spChg chg="mod">
          <ac:chgData name="Saori Suga（菅 里織）" userId="8e39834b-9372-4d08-8fbc-04aba1367d86" providerId="ADAL" clId="{4990F336-D35E-4435-9CE4-6BB373FF4A73}" dt="2026-01-28T08:37:45.588" v="7741" actId="20577"/>
          <ac:spMkLst>
            <pc:docMk/>
            <pc:sldMk cId="1980901627" sldId="2147376174"/>
            <ac:spMk id="2" creationId="{96C48A84-9FA6-D294-3F7F-C6B5B4E47477}"/>
          </ac:spMkLst>
        </pc:spChg>
        <pc:spChg chg="mod">
          <ac:chgData name="Saori Suga（菅 里織）" userId="8e39834b-9372-4d08-8fbc-04aba1367d86" providerId="ADAL" clId="{4990F336-D35E-4435-9CE4-6BB373FF4A73}" dt="2026-01-28T08:37:13.614" v="7713" actId="20577"/>
          <ac:spMkLst>
            <pc:docMk/>
            <pc:sldMk cId="1980901627" sldId="2147376174"/>
            <ac:spMk id="11" creationId="{3E891D5B-204A-E842-C06D-3FB403183970}"/>
          </ac:spMkLst>
        </pc:spChg>
      </pc:sldChg>
      <pc:sldChg chg="delSp modSp add mod">
        <pc:chgData name="Saori Suga（菅 里織）" userId="8e39834b-9372-4d08-8fbc-04aba1367d86" providerId="ADAL" clId="{4990F336-D35E-4435-9CE4-6BB373FF4A73}" dt="2026-02-02T06:06:03.279" v="8671" actId="478"/>
        <pc:sldMkLst>
          <pc:docMk/>
          <pc:sldMk cId="2808368985" sldId="2147376175"/>
        </pc:sldMkLst>
        <pc:spChg chg="mod">
          <ac:chgData name="Saori Suga（菅 里織）" userId="8e39834b-9372-4d08-8fbc-04aba1367d86" providerId="ADAL" clId="{4990F336-D35E-4435-9CE4-6BB373FF4A73}" dt="2026-02-02T06:05:56.616" v="8670" actId="20577"/>
          <ac:spMkLst>
            <pc:docMk/>
            <pc:sldMk cId="2808368985" sldId="2147376175"/>
            <ac:spMk id="2" creationId="{A8E365D1-4363-182A-146E-FDC2ECFD6622}"/>
          </ac:spMkLst>
        </pc:spChg>
        <pc:spChg chg="del mod">
          <ac:chgData name="Saori Suga（菅 里織）" userId="8e39834b-9372-4d08-8fbc-04aba1367d86" providerId="ADAL" clId="{4990F336-D35E-4435-9CE4-6BB373FF4A73}" dt="2026-02-02T06:06:03.279" v="8671" actId="478"/>
          <ac:spMkLst>
            <pc:docMk/>
            <pc:sldMk cId="2808368985" sldId="2147376175"/>
            <ac:spMk id="3" creationId="{C8F1D32F-166B-6BAA-F884-D0B8F2EAB755}"/>
          </ac:spMkLst>
        </pc:spChg>
        <pc:spChg chg="mod">
          <ac:chgData name="Saori Suga（菅 里織）" userId="8e39834b-9372-4d08-8fbc-04aba1367d86" providerId="ADAL" clId="{4990F336-D35E-4435-9CE4-6BB373FF4A73}" dt="2026-02-02T05:53:28.024" v="8446" actId="20577"/>
          <ac:spMkLst>
            <pc:docMk/>
            <pc:sldMk cId="2808368985" sldId="2147376175"/>
            <ac:spMk id="11" creationId="{E1E34D9C-FD5E-294F-C635-DD703C4F060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304983" cy="341697"/>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5628001" y="0"/>
            <a:ext cx="4304983" cy="341697"/>
          </a:xfrm>
          <a:prstGeom prst="rect">
            <a:avLst/>
          </a:prstGeom>
        </p:spPr>
        <p:txBody>
          <a:bodyPr vert="horz" lIns="91440" tIns="45720" rIns="91440" bIns="45720" rtlCol="0"/>
          <a:lstStyle>
            <a:lvl1pPr algn="r">
              <a:defRPr sz="1200"/>
            </a:lvl1pPr>
          </a:lstStyle>
          <a:p>
            <a:fld id="{27D3FF51-5C7B-3B4C-8B82-03C1C4675DB5}" type="datetimeFigureOut">
              <a:rPr kumimoji="1" lang="ja-JP" altLang="en-US" smtClean="0"/>
              <a:t>2026/2/2</a:t>
            </a:fld>
            <a:endParaRPr kumimoji="1" lang="ja-JP" altLang="en-US"/>
          </a:p>
        </p:txBody>
      </p:sp>
      <p:sp>
        <p:nvSpPr>
          <p:cNvPr id="4" name="スライド イメージ プレースホルダー 3"/>
          <p:cNvSpPr>
            <a:spLocks noGrp="1" noRot="1" noChangeAspect="1"/>
          </p:cNvSpPr>
          <p:nvPr>
            <p:ph type="sldImg" idx="2"/>
          </p:nvPr>
        </p:nvSpPr>
        <p:spPr>
          <a:xfrm>
            <a:off x="2927350" y="850900"/>
            <a:ext cx="4079875" cy="22955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993458" y="3273675"/>
            <a:ext cx="7947660" cy="267845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460742"/>
            <a:ext cx="4304983" cy="341696"/>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628001" y="6460742"/>
            <a:ext cx="4304983" cy="341696"/>
          </a:xfrm>
          <a:prstGeom prst="rect">
            <a:avLst/>
          </a:prstGeom>
        </p:spPr>
        <p:txBody>
          <a:bodyPr vert="horz" lIns="91440" tIns="45720" rIns="91440" bIns="45720" rtlCol="0" anchor="b"/>
          <a:lstStyle>
            <a:lvl1pPr algn="r">
              <a:defRPr sz="1200"/>
            </a:lvl1pPr>
          </a:lstStyle>
          <a:p>
            <a:fld id="{D8736366-D26D-9844-BF0B-A92165510562}" type="slidenum">
              <a:rPr kumimoji="1" lang="ja-JP" altLang="en-US" smtClean="0"/>
              <a:t>‹#›</a:t>
            </a:fld>
            <a:endParaRPr kumimoji="1" lang="ja-JP" altLang="en-US"/>
          </a:p>
        </p:txBody>
      </p:sp>
    </p:spTree>
    <p:extLst>
      <p:ext uri="{BB962C8B-B14F-4D97-AF65-F5344CB8AC3E}">
        <p14:creationId xmlns:p14="http://schemas.microsoft.com/office/powerpoint/2010/main" val="116998285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ja-JP" sz="1200" kern="1200" dirty="0">
                <a:solidFill>
                  <a:schemeClr val="tx1"/>
                </a:solidFill>
                <a:effectLst/>
                <a:latin typeface="+mn-lt"/>
                <a:ea typeface="+mn-ea"/>
                <a:cs typeface="+mn-cs"/>
              </a:rPr>
              <a:t>今年度から進めるヒロセウェブサイトの</a:t>
            </a:r>
            <a:r>
              <a:rPr kumimoji="1" lang="en-US" altLang="ja-JP" sz="1200" kern="1200" dirty="0">
                <a:solidFill>
                  <a:schemeClr val="tx1"/>
                </a:solidFill>
                <a:effectLst/>
                <a:latin typeface="+mn-lt"/>
                <a:ea typeface="+mn-ea"/>
                <a:cs typeface="+mn-cs"/>
              </a:rPr>
              <a:t>SAP</a:t>
            </a:r>
            <a:r>
              <a:rPr kumimoji="1" lang="ja-JP" altLang="ja-JP" sz="1200" kern="1200" dirty="0">
                <a:solidFill>
                  <a:schemeClr val="tx1"/>
                </a:solidFill>
                <a:effectLst/>
                <a:latin typeface="+mn-lt"/>
                <a:ea typeface="+mn-ea"/>
                <a:cs typeface="+mn-cs"/>
              </a:rPr>
              <a:t>コマース脱却提案についてご説明させていただきます。</a:t>
            </a:r>
            <a:endParaRPr kumimoji="1" lang="ja-JP" altLang="en-US" dirty="0"/>
          </a:p>
        </p:txBody>
      </p:sp>
      <p:sp>
        <p:nvSpPr>
          <p:cNvPr id="4" name="スライド番号プレースホルダー 3"/>
          <p:cNvSpPr>
            <a:spLocks noGrp="1"/>
          </p:cNvSpPr>
          <p:nvPr>
            <p:ph type="sldNum" sz="quarter" idx="5"/>
          </p:nvPr>
        </p:nvSpPr>
        <p:spPr/>
        <p:txBody>
          <a:bodyPr/>
          <a:lstStyle/>
          <a:p>
            <a:fld id="{D8736366-D26D-9844-BF0B-A92165510562}" type="slidenum">
              <a:rPr kumimoji="1" lang="ja-JP" altLang="en-US" smtClean="0"/>
              <a:t>0</a:t>
            </a:fld>
            <a:endParaRPr kumimoji="1" lang="ja-JP" altLang="en-US"/>
          </a:p>
        </p:txBody>
      </p:sp>
    </p:spTree>
    <p:extLst>
      <p:ext uri="{BB962C8B-B14F-4D97-AF65-F5344CB8AC3E}">
        <p14:creationId xmlns:p14="http://schemas.microsoft.com/office/powerpoint/2010/main" val="3035977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dirty="0">
                <a:solidFill>
                  <a:schemeClr val="tx1"/>
                </a:solidFill>
                <a:effectLst/>
                <a:latin typeface="+mn-lt"/>
                <a:ea typeface="+mn-ea"/>
                <a:cs typeface="+mn-cs"/>
              </a:rPr>
              <a:t>目的と背景、二番目システム背景、</a:t>
            </a:r>
            <a:r>
              <a:rPr kumimoji="1" lang="en-US" altLang="ja-JP" sz="1200" kern="1200" dirty="0">
                <a:solidFill>
                  <a:schemeClr val="tx1"/>
                </a:solidFill>
                <a:effectLst/>
                <a:latin typeface="+mn-lt"/>
                <a:ea typeface="+mn-ea"/>
                <a:cs typeface="+mn-cs"/>
              </a:rPr>
              <a:t>3</a:t>
            </a:r>
            <a:r>
              <a:rPr kumimoji="1" lang="ja-JP" altLang="ja-JP" sz="1200" kern="1200" dirty="0">
                <a:solidFill>
                  <a:schemeClr val="tx1"/>
                </a:solidFill>
                <a:effectLst/>
                <a:latin typeface="+mn-lt"/>
                <a:ea typeface="+mn-ea"/>
                <a:cs typeface="+mn-cs"/>
              </a:rPr>
              <a:t>つ目</a:t>
            </a:r>
            <a:r>
              <a:rPr kumimoji="1" lang="en-US" altLang="ja-JP" sz="1200" kern="1200" dirty="0">
                <a:solidFill>
                  <a:schemeClr val="tx1"/>
                </a:solidFill>
                <a:effectLst/>
                <a:latin typeface="+mn-lt"/>
                <a:ea typeface="+mn-ea"/>
                <a:cs typeface="+mn-cs"/>
              </a:rPr>
              <a:t> SAP</a:t>
            </a:r>
            <a:r>
              <a:rPr kumimoji="1" lang="ja-JP" altLang="ja-JP" sz="1200" kern="1200" dirty="0">
                <a:solidFill>
                  <a:schemeClr val="tx1"/>
                </a:solidFill>
                <a:effectLst/>
                <a:latin typeface="+mn-lt"/>
                <a:ea typeface="+mn-ea"/>
                <a:cs typeface="+mn-cs"/>
              </a:rPr>
              <a:t>コマースのテンプレート移行の検討の中身について、その後プロジェクトの計画・進め方のご提案をご説明していきます。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D8736366-D26D-9844-BF0B-A92165510562}" type="slidenum">
              <a:rPr kumimoji="1" lang="ja-JP" altLang="en-US" smtClean="0"/>
              <a:t>1</a:t>
            </a:fld>
            <a:endParaRPr kumimoji="1" lang="ja-JP" altLang="en-US"/>
          </a:p>
        </p:txBody>
      </p:sp>
    </p:spTree>
    <p:extLst>
      <p:ext uri="{BB962C8B-B14F-4D97-AF65-F5344CB8AC3E}">
        <p14:creationId xmlns:p14="http://schemas.microsoft.com/office/powerpoint/2010/main" val="6403786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D8736366-D26D-9844-BF0B-A92165510562}" type="slidenum">
              <a:rPr kumimoji="1" lang="ja-JP" altLang="en-US" smtClean="0"/>
              <a:t>2</a:t>
            </a:fld>
            <a:endParaRPr kumimoji="1" lang="ja-JP" altLang="en-US"/>
          </a:p>
        </p:txBody>
      </p:sp>
    </p:spTree>
    <p:extLst>
      <p:ext uri="{BB962C8B-B14F-4D97-AF65-F5344CB8AC3E}">
        <p14:creationId xmlns:p14="http://schemas.microsoft.com/office/powerpoint/2010/main" val="1847154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2EB60-8D63-AD49-88D7-A3B2F75CE0B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6BE996-572A-1897-D454-69263F7D11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28C0E9E-9776-BC08-4193-92D03A28498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8CA28E9-1633-8C8E-1156-50A7CAE1B248}"/>
              </a:ext>
            </a:extLst>
          </p:cNvPr>
          <p:cNvSpPr>
            <a:spLocks noGrp="1"/>
          </p:cNvSpPr>
          <p:nvPr>
            <p:ph type="sldNum" sz="quarter" idx="10"/>
          </p:nvPr>
        </p:nvSpPr>
        <p:spPr/>
        <p:txBody>
          <a:bodyPr/>
          <a:lstStyle/>
          <a:p>
            <a:fld id="{D8736366-D26D-9844-BF0B-A92165510562}" type="slidenum">
              <a:rPr kumimoji="1" lang="ja-JP" altLang="en-US" smtClean="0"/>
              <a:t>3</a:t>
            </a:fld>
            <a:endParaRPr kumimoji="1" lang="ja-JP" altLang="en-US"/>
          </a:p>
        </p:txBody>
      </p:sp>
    </p:spTree>
    <p:extLst>
      <p:ext uri="{BB962C8B-B14F-4D97-AF65-F5344CB8AC3E}">
        <p14:creationId xmlns:p14="http://schemas.microsoft.com/office/powerpoint/2010/main" val="2330526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526C9-F91C-200A-8A0A-46EC0C9F351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DB8AA3-F714-FD5C-3AA3-D6ACDF59CE7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0B0917-32D3-727C-8DE5-043BF92208F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8E0625D-056B-35CF-09CE-3E26AE6F515F}"/>
              </a:ext>
            </a:extLst>
          </p:cNvPr>
          <p:cNvSpPr>
            <a:spLocks noGrp="1"/>
          </p:cNvSpPr>
          <p:nvPr>
            <p:ph type="sldNum" sz="quarter" idx="10"/>
          </p:nvPr>
        </p:nvSpPr>
        <p:spPr/>
        <p:txBody>
          <a:bodyPr/>
          <a:lstStyle/>
          <a:p>
            <a:fld id="{D8736366-D26D-9844-BF0B-A92165510562}" type="slidenum">
              <a:rPr kumimoji="1" lang="ja-JP" altLang="en-US" smtClean="0"/>
              <a:t>4</a:t>
            </a:fld>
            <a:endParaRPr kumimoji="1" lang="ja-JP" altLang="en-US"/>
          </a:p>
        </p:txBody>
      </p:sp>
    </p:spTree>
    <p:extLst>
      <p:ext uri="{BB962C8B-B14F-4D97-AF65-F5344CB8AC3E}">
        <p14:creationId xmlns:p14="http://schemas.microsoft.com/office/powerpoint/2010/main" val="2802413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91C80-BB58-9D74-E460-5B764DB3CF0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0255EBA-F3A9-B944-D577-7175A488CC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351B921-D268-9A0C-145C-48B1A427C41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6CA3D7A-E17C-E907-1B63-84F0AD5193B6}"/>
              </a:ext>
            </a:extLst>
          </p:cNvPr>
          <p:cNvSpPr>
            <a:spLocks noGrp="1"/>
          </p:cNvSpPr>
          <p:nvPr>
            <p:ph type="sldNum" sz="quarter" idx="10"/>
          </p:nvPr>
        </p:nvSpPr>
        <p:spPr/>
        <p:txBody>
          <a:bodyPr/>
          <a:lstStyle/>
          <a:p>
            <a:fld id="{D8736366-D26D-9844-BF0B-A92165510562}" type="slidenum">
              <a:rPr kumimoji="1" lang="ja-JP" altLang="en-US" smtClean="0"/>
              <a:t>5</a:t>
            </a:fld>
            <a:endParaRPr kumimoji="1" lang="ja-JP" altLang="en-US"/>
          </a:p>
        </p:txBody>
      </p:sp>
    </p:spTree>
    <p:extLst>
      <p:ext uri="{BB962C8B-B14F-4D97-AF65-F5344CB8AC3E}">
        <p14:creationId xmlns:p14="http://schemas.microsoft.com/office/powerpoint/2010/main" val="263569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E0AF0-E768-32D1-78F0-43C5C8EB2C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672AFD-363D-FAF6-7795-B63A0F88B7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2DA4A45-D960-7BA5-B0C2-E282529CEF1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B4AC000-8B24-A5A2-E531-2DCF046A0865}"/>
              </a:ext>
            </a:extLst>
          </p:cNvPr>
          <p:cNvSpPr>
            <a:spLocks noGrp="1"/>
          </p:cNvSpPr>
          <p:nvPr>
            <p:ph type="sldNum" sz="quarter" idx="10"/>
          </p:nvPr>
        </p:nvSpPr>
        <p:spPr/>
        <p:txBody>
          <a:bodyPr/>
          <a:lstStyle/>
          <a:p>
            <a:fld id="{D8736366-D26D-9844-BF0B-A92165510562}" type="slidenum">
              <a:rPr kumimoji="1" lang="ja-JP" altLang="en-US" smtClean="0"/>
              <a:t>6</a:t>
            </a:fld>
            <a:endParaRPr kumimoji="1" lang="ja-JP" altLang="en-US"/>
          </a:p>
        </p:txBody>
      </p:sp>
    </p:spTree>
    <p:extLst>
      <p:ext uri="{BB962C8B-B14F-4D97-AF65-F5344CB8AC3E}">
        <p14:creationId xmlns:p14="http://schemas.microsoft.com/office/powerpoint/2010/main" val="28690294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4CF90-2B21-8E98-0964-B845879427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489FA9-0302-57F9-5A07-209B6D78D8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76E3734-97EF-2B6E-6435-0F6DC23B582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99D1398-4F2D-E272-C6DF-0E4030D5A44E}"/>
              </a:ext>
            </a:extLst>
          </p:cNvPr>
          <p:cNvSpPr>
            <a:spLocks noGrp="1"/>
          </p:cNvSpPr>
          <p:nvPr>
            <p:ph type="sldNum" sz="quarter" idx="10"/>
          </p:nvPr>
        </p:nvSpPr>
        <p:spPr/>
        <p:txBody>
          <a:bodyPr/>
          <a:lstStyle/>
          <a:p>
            <a:fld id="{D8736366-D26D-9844-BF0B-A92165510562}" type="slidenum">
              <a:rPr kumimoji="1" lang="ja-JP" altLang="en-US" smtClean="0"/>
              <a:t>7</a:t>
            </a:fld>
            <a:endParaRPr kumimoji="1" lang="ja-JP" altLang="en-US"/>
          </a:p>
        </p:txBody>
      </p:sp>
    </p:spTree>
    <p:extLst>
      <p:ext uri="{BB962C8B-B14F-4D97-AF65-F5344CB8AC3E}">
        <p14:creationId xmlns:p14="http://schemas.microsoft.com/office/powerpoint/2010/main" val="2109384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C8531-6CE3-26B4-B930-27306A74B7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A6298D-E565-398F-F8C9-BB649DFF35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BBDE122-1AA4-AE28-9F0D-02A3C4326C8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FB3471-4DFC-4C3E-1FE1-5EFFAA32FDA0}"/>
              </a:ext>
            </a:extLst>
          </p:cNvPr>
          <p:cNvSpPr>
            <a:spLocks noGrp="1"/>
          </p:cNvSpPr>
          <p:nvPr>
            <p:ph type="sldNum" sz="quarter" idx="10"/>
          </p:nvPr>
        </p:nvSpPr>
        <p:spPr/>
        <p:txBody>
          <a:bodyPr/>
          <a:lstStyle/>
          <a:p>
            <a:fld id="{D8736366-D26D-9844-BF0B-A92165510562}" type="slidenum">
              <a:rPr kumimoji="1" lang="ja-JP" altLang="en-US" smtClean="0"/>
              <a:t>8</a:t>
            </a:fld>
            <a:endParaRPr kumimoji="1" lang="ja-JP" altLang="en-US"/>
          </a:p>
        </p:txBody>
      </p:sp>
    </p:spTree>
    <p:extLst>
      <p:ext uri="{BB962C8B-B14F-4D97-AF65-F5344CB8AC3E}">
        <p14:creationId xmlns:p14="http://schemas.microsoft.com/office/powerpoint/2010/main" val="4195268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56E8E-BECD-F692-FB31-E01E7B44C6D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9764C11-9716-8666-0960-E2F28F8081B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808A1E0-7883-EFC4-7103-19FB844FDB04}"/>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5E1E2D1-C911-AFE9-F7BC-D3691E1B032D}"/>
              </a:ext>
            </a:extLst>
          </p:cNvPr>
          <p:cNvSpPr>
            <a:spLocks noGrp="1"/>
          </p:cNvSpPr>
          <p:nvPr>
            <p:ph type="sldNum" sz="quarter" idx="10"/>
          </p:nvPr>
        </p:nvSpPr>
        <p:spPr/>
        <p:txBody>
          <a:bodyPr/>
          <a:lstStyle/>
          <a:p>
            <a:fld id="{D8736366-D26D-9844-BF0B-A92165510562}" type="slidenum">
              <a:rPr kumimoji="1" lang="ja-JP" altLang="en-US" smtClean="0"/>
              <a:t>9</a:t>
            </a:fld>
            <a:endParaRPr kumimoji="1" lang="ja-JP" altLang="en-US"/>
          </a:p>
        </p:txBody>
      </p:sp>
    </p:spTree>
    <p:extLst>
      <p:ext uri="{BB962C8B-B14F-4D97-AF65-F5344CB8AC3E}">
        <p14:creationId xmlns:p14="http://schemas.microsoft.com/office/powerpoint/2010/main" val="29163183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1078E-495C-BAC9-6988-77C5A0681D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65C127-E068-CF11-391E-67B3E0E80C3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E4356B-4E8C-4806-55FC-4D02B8A1B94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3E4E865-A206-A1E0-4207-5F3E617078AC}"/>
              </a:ext>
            </a:extLst>
          </p:cNvPr>
          <p:cNvSpPr>
            <a:spLocks noGrp="1"/>
          </p:cNvSpPr>
          <p:nvPr>
            <p:ph type="sldNum" sz="quarter" idx="10"/>
          </p:nvPr>
        </p:nvSpPr>
        <p:spPr/>
        <p:txBody>
          <a:bodyPr/>
          <a:lstStyle/>
          <a:p>
            <a:fld id="{D8736366-D26D-9844-BF0B-A92165510562}" type="slidenum">
              <a:rPr kumimoji="1" lang="ja-JP" altLang="en-US" smtClean="0"/>
              <a:t>10</a:t>
            </a:fld>
            <a:endParaRPr kumimoji="1" lang="ja-JP" altLang="en-US"/>
          </a:p>
        </p:txBody>
      </p:sp>
    </p:spTree>
    <p:extLst>
      <p:ext uri="{BB962C8B-B14F-4D97-AF65-F5344CB8AC3E}">
        <p14:creationId xmlns:p14="http://schemas.microsoft.com/office/powerpoint/2010/main" val="3148075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2E402-6C08-B0DE-D158-0BAA34C16D2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53BB6E-2EFE-F1F0-838C-5C9F9D82BE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D583ED1-3CA8-A964-7737-3365DEFCFBF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3ED11D9-0FC6-1C2D-7BFC-52B28D6564F9}"/>
              </a:ext>
            </a:extLst>
          </p:cNvPr>
          <p:cNvSpPr>
            <a:spLocks noGrp="1"/>
          </p:cNvSpPr>
          <p:nvPr>
            <p:ph type="sldNum" sz="quarter" idx="10"/>
          </p:nvPr>
        </p:nvSpPr>
        <p:spPr/>
        <p:txBody>
          <a:bodyPr/>
          <a:lstStyle/>
          <a:p>
            <a:fld id="{D8736366-D26D-9844-BF0B-A92165510562}" type="slidenum">
              <a:rPr kumimoji="1" lang="ja-JP" altLang="en-US" smtClean="0"/>
              <a:t>11</a:t>
            </a:fld>
            <a:endParaRPr kumimoji="1" lang="ja-JP" altLang="en-US"/>
          </a:p>
        </p:txBody>
      </p:sp>
    </p:spTree>
    <p:extLst>
      <p:ext uri="{BB962C8B-B14F-4D97-AF65-F5344CB8AC3E}">
        <p14:creationId xmlns:p14="http://schemas.microsoft.com/office/powerpoint/2010/main" val="1562251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D41C0-52C1-0A79-D60D-C22EA897952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6A4759-8623-6A20-2B58-F3DE9C1591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B46E80-8DAA-4617-E686-A421B17130D5}"/>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004D7F2-87D3-EECA-B8AA-58A27BB86B11}"/>
              </a:ext>
            </a:extLst>
          </p:cNvPr>
          <p:cNvSpPr>
            <a:spLocks noGrp="1"/>
          </p:cNvSpPr>
          <p:nvPr>
            <p:ph type="sldNum" sz="quarter" idx="10"/>
          </p:nvPr>
        </p:nvSpPr>
        <p:spPr/>
        <p:txBody>
          <a:bodyPr/>
          <a:lstStyle/>
          <a:p>
            <a:fld id="{D8736366-D26D-9844-BF0B-A92165510562}" type="slidenum">
              <a:rPr kumimoji="1" lang="ja-JP" altLang="en-US" smtClean="0"/>
              <a:t>12</a:t>
            </a:fld>
            <a:endParaRPr kumimoji="1" lang="ja-JP" altLang="en-US"/>
          </a:p>
        </p:txBody>
      </p:sp>
    </p:spTree>
    <p:extLst>
      <p:ext uri="{BB962C8B-B14F-4D97-AF65-F5344CB8AC3E}">
        <p14:creationId xmlns:p14="http://schemas.microsoft.com/office/powerpoint/2010/main" val="33767245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404F2-D98A-F9D3-44E0-25C871D9BBF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7EA96D-0D56-59A9-B970-A6C072D0A6E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F932EC-61EB-22D4-B42A-8347434BBD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BB38065-0C41-5B05-56F4-28963689BA6B}"/>
              </a:ext>
            </a:extLst>
          </p:cNvPr>
          <p:cNvSpPr>
            <a:spLocks noGrp="1"/>
          </p:cNvSpPr>
          <p:nvPr>
            <p:ph type="sldNum" sz="quarter" idx="10"/>
          </p:nvPr>
        </p:nvSpPr>
        <p:spPr/>
        <p:txBody>
          <a:bodyPr/>
          <a:lstStyle/>
          <a:p>
            <a:fld id="{D8736366-D26D-9844-BF0B-A92165510562}" type="slidenum">
              <a:rPr kumimoji="1" lang="ja-JP" altLang="en-US" smtClean="0"/>
              <a:t>13</a:t>
            </a:fld>
            <a:endParaRPr kumimoji="1" lang="ja-JP" altLang="en-US"/>
          </a:p>
        </p:txBody>
      </p:sp>
    </p:spTree>
    <p:extLst>
      <p:ext uri="{BB962C8B-B14F-4D97-AF65-F5344CB8AC3E}">
        <p14:creationId xmlns:p14="http://schemas.microsoft.com/office/powerpoint/2010/main" val="2224438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6C76B-1BF0-6015-BFE7-DDB2A6B35FB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E5098D-7F49-834A-DBCA-AC423E10C7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B507A0-D8DD-FF0B-3241-6DED222E0B6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53E693-951C-5F4A-DF3A-8BBBD17FB52A}"/>
              </a:ext>
            </a:extLst>
          </p:cNvPr>
          <p:cNvSpPr>
            <a:spLocks noGrp="1"/>
          </p:cNvSpPr>
          <p:nvPr>
            <p:ph type="sldNum" sz="quarter" idx="10"/>
          </p:nvPr>
        </p:nvSpPr>
        <p:spPr/>
        <p:txBody>
          <a:bodyPr/>
          <a:lstStyle/>
          <a:p>
            <a:fld id="{D8736366-D26D-9844-BF0B-A92165510562}" type="slidenum">
              <a:rPr kumimoji="1" lang="ja-JP" altLang="en-US" smtClean="0"/>
              <a:t>14</a:t>
            </a:fld>
            <a:endParaRPr kumimoji="1" lang="ja-JP" altLang="en-US"/>
          </a:p>
        </p:txBody>
      </p:sp>
    </p:spTree>
    <p:extLst>
      <p:ext uri="{BB962C8B-B14F-4D97-AF65-F5344CB8AC3E}">
        <p14:creationId xmlns:p14="http://schemas.microsoft.com/office/powerpoint/2010/main" val="16338831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 greeting_intro">
    <p:bg>
      <p:bgPr>
        <a:blipFill dpi="0" rotWithShape="1">
          <a:blip r:embed="rId2">
            <a:lum/>
          </a:blip>
          <a:srcRect/>
          <a:stretch>
            <a:fillRect b="-15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713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3" name="スライド番号プレースホルダー 2"/>
          <p:cNvSpPr>
            <a:spLocks noGrp="1"/>
          </p:cNvSpPr>
          <p:nvPr>
            <p:ph type="sldNum" sz="quarter" idx="10"/>
          </p:nvPr>
        </p:nvSpPr>
        <p:spPr>
          <a:xfrm>
            <a:off x="11882517" y="6596763"/>
            <a:ext cx="323447" cy="261247"/>
          </a:xfrm>
          <a:prstGeom prst="rect">
            <a:avLst/>
          </a:prstGeom>
        </p:spPr>
        <p:txBody>
          <a:bodyPr/>
          <a:lstStyle>
            <a:lvl1pPr>
              <a:defRPr sz="740"/>
            </a:lvl1pPr>
          </a:lstStyle>
          <a:p>
            <a:fld id="{19FF75DF-7FDB-DF48-865B-1099646D8BB7}" type="slidenum">
              <a:rPr lang="ja-JP" altLang="en-US" smtClean="0"/>
              <a:pPr/>
              <a:t>‹#›</a:t>
            </a:fld>
            <a:endParaRPr lang="ja-JP" altLang="en-US"/>
          </a:p>
        </p:txBody>
      </p:sp>
      <p:sp>
        <p:nvSpPr>
          <p:cNvPr id="4" name="図プレースホルダー 1"/>
          <p:cNvSpPr>
            <a:spLocks noGrp="1"/>
          </p:cNvSpPr>
          <p:nvPr>
            <p:ph type="pic" sz="quarter" idx="16"/>
          </p:nvPr>
        </p:nvSpPr>
        <p:spPr>
          <a:xfrm>
            <a:off x="0" y="2133600"/>
            <a:ext cx="5874963" cy="4724400"/>
          </a:xfrm>
          <a:prstGeom prst="rect">
            <a:avLst/>
          </a:prstGeom>
          <a:gradFill>
            <a:gsLst>
              <a:gs pos="0">
                <a:srgbClr val="EAE5E3"/>
              </a:gs>
              <a:gs pos="48000">
                <a:srgbClr val="EAE5E3"/>
              </a:gs>
              <a:gs pos="59000">
                <a:schemeClr val="bg1"/>
              </a:gs>
              <a:gs pos="100000">
                <a:srgbClr val="EAE5E3"/>
              </a:gs>
            </a:gsLst>
            <a:lin ang="5400000" scaled="1"/>
          </a:gradFill>
        </p:spPr>
      </p:sp>
      <p:sp>
        <p:nvSpPr>
          <p:cNvPr id="5" name="コンテンツ プレースホルダー 23">
            <a:extLst>
              <a:ext uri="{FF2B5EF4-FFF2-40B4-BE49-F238E27FC236}">
                <a16:creationId xmlns:a16="http://schemas.microsoft.com/office/drawing/2014/main" id="{9B016128-7FE4-49DA-BAD3-71AEC8E1CFCD}"/>
              </a:ext>
            </a:extLst>
          </p:cNvPr>
          <p:cNvSpPr>
            <a:spLocks noGrp="1"/>
          </p:cNvSpPr>
          <p:nvPr>
            <p:ph sz="quarter" idx="15"/>
          </p:nvPr>
        </p:nvSpPr>
        <p:spPr>
          <a:xfrm>
            <a:off x="6934200" y="3352800"/>
            <a:ext cx="3710285" cy="1699279"/>
          </a:xfrm>
          <a:prstGeom prst="rect">
            <a:avLst/>
          </a:prstGeom>
        </p:spPr>
        <p:txBody>
          <a:bodyPr>
            <a:normAutofit/>
          </a:bodyPr>
          <a:lstStyle>
            <a:lvl1pPr marL="211021" indent="-211021">
              <a:buFont typeface="+mj-lt"/>
              <a:buAutoNum type="arabicPeriod"/>
              <a:defRPr sz="923" b="0">
                <a:solidFill>
                  <a:schemeClr val="tx2"/>
                </a:solidFill>
                <a:latin typeface="Meiryo UI" panose="020B0604030504040204" pitchFamily="50" charset="-128"/>
                <a:ea typeface="Meiryo UI" panose="020B0604030504040204" pitchFamily="50" charset="-128"/>
              </a:defRPr>
            </a:lvl1pPr>
            <a:lvl2pPr marL="378079" indent="-211021">
              <a:buFont typeface="+mj-lt"/>
              <a:buAutoNum type="arabicPeriod"/>
              <a:defRPr sz="923" b="0">
                <a:solidFill>
                  <a:schemeClr val="tx2"/>
                </a:solidFill>
                <a:latin typeface="Meiryo UI" panose="020B0604030504040204" pitchFamily="50" charset="-128"/>
                <a:ea typeface="Meiryo UI" panose="020B0604030504040204" pitchFamily="50" charset="-128"/>
              </a:defRPr>
            </a:lvl2pPr>
            <a:lvl3pPr marL="553929" indent="-211021">
              <a:buFont typeface="+mj-lt"/>
              <a:buAutoNum type="arabicPeriod"/>
              <a:defRPr sz="923" b="0">
                <a:solidFill>
                  <a:schemeClr val="tx2"/>
                </a:solidFill>
                <a:latin typeface="Meiryo UI" panose="020B0604030504040204" pitchFamily="50" charset="-128"/>
                <a:ea typeface="Meiryo UI" panose="020B0604030504040204" pitchFamily="50" charset="-128"/>
              </a:defRPr>
            </a:lvl3pPr>
            <a:lvl4pPr marL="650647" indent="-211021">
              <a:buFont typeface="+mj-lt"/>
              <a:buAutoNum type="arabicPeriod"/>
              <a:defRPr sz="923" b="0">
                <a:solidFill>
                  <a:schemeClr val="tx2"/>
                </a:solidFill>
                <a:latin typeface="Meiryo UI" panose="020B0604030504040204" pitchFamily="50" charset="-128"/>
                <a:ea typeface="Meiryo UI" panose="020B0604030504040204" pitchFamily="50" charset="-128"/>
              </a:defRPr>
            </a:lvl4pPr>
            <a:lvl5pPr marL="738572" indent="-211021">
              <a:buFont typeface="+mj-lt"/>
              <a:buAutoNum type="arabicPeriod"/>
              <a:defRPr sz="923" b="0">
                <a:solidFill>
                  <a:schemeClr val="tx2"/>
                </a:solidFill>
                <a:latin typeface="Meiryo UI" panose="020B0604030504040204" pitchFamily="50" charset="-128"/>
                <a:ea typeface="Meiryo UI"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68907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スライド番号プレースホルダー 5"/>
          <p:cNvSpPr>
            <a:spLocks noGrp="1"/>
          </p:cNvSpPr>
          <p:nvPr>
            <p:ph type="sldNum" sz="quarter" idx="12"/>
          </p:nvPr>
        </p:nvSpPr>
        <p:spPr>
          <a:noFill/>
        </p:spPr>
        <p:txBody>
          <a:bodyPr/>
          <a:lstStyle>
            <a:lvl1pPr>
              <a:defRPr>
                <a:solidFill>
                  <a:schemeClr val="tx1"/>
                </a:solidFill>
              </a:defRPr>
            </a:lvl1pPr>
          </a:lstStyle>
          <a:p>
            <a:fld id="{19FF75DF-7FDB-DF48-865B-1099646D8BB7}" type="slidenum">
              <a:rPr lang="ja-JP" altLang="en-US" smtClean="0"/>
              <a:pPr/>
              <a:t>‹#›</a:t>
            </a:fld>
            <a:endParaRPr lang="ja-JP" altLang="en-US"/>
          </a:p>
        </p:txBody>
      </p:sp>
      <p:sp>
        <p:nvSpPr>
          <p:cNvPr id="8" name="object 3">
            <a:extLst>
              <a:ext uri="{FF2B5EF4-FFF2-40B4-BE49-F238E27FC236}">
                <a16:creationId xmlns:a16="http://schemas.microsoft.com/office/drawing/2014/main" id="{F763EF0C-9B25-456D-98C6-5DE6085FB1D6}"/>
              </a:ext>
            </a:extLst>
          </p:cNvPr>
          <p:cNvSpPr/>
          <p:nvPr userDrawn="1"/>
        </p:nvSpPr>
        <p:spPr>
          <a:xfrm>
            <a:off x="0" y="768622"/>
            <a:ext cx="12205957" cy="120071"/>
          </a:xfrm>
          <a:custGeom>
            <a:avLst/>
            <a:gdLst/>
            <a:ahLst/>
            <a:cxnLst/>
            <a:rect l="l" t="t" r="r" b="b"/>
            <a:pathLst>
              <a:path w="9403715">
                <a:moveTo>
                  <a:pt x="0" y="0"/>
                </a:moveTo>
                <a:lnTo>
                  <a:pt x="9403207" y="0"/>
                </a:lnTo>
              </a:path>
            </a:pathLst>
          </a:custGeom>
          <a:ln w="31750" cmpd="sng">
            <a:solidFill>
              <a:srgbClr val="004098"/>
            </a:solidFill>
          </a:ln>
        </p:spPr>
        <p:txBody>
          <a:bodyPr wrap="square" lIns="0" tIns="0" rIns="0" bIns="0" rtlCol="0"/>
          <a:lstStyle/>
          <a:p>
            <a:endParaRPr sz="2215"/>
          </a:p>
        </p:txBody>
      </p:sp>
      <p:sp>
        <p:nvSpPr>
          <p:cNvPr id="55" name="コンテンツ プレースホルダー 54">
            <a:extLst>
              <a:ext uri="{FF2B5EF4-FFF2-40B4-BE49-F238E27FC236}">
                <a16:creationId xmlns:a16="http://schemas.microsoft.com/office/drawing/2014/main" id="{746F2309-2D25-4C7E-8830-9D3D82381397}"/>
              </a:ext>
            </a:extLst>
          </p:cNvPr>
          <p:cNvSpPr>
            <a:spLocks noGrp="1"/>
          </p:cNvSpPr>
          <p:nvPr>
            <p:ph sz="quarter" idx="13"/>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タイトル 48">
            <a:extLst>
              <a:ext uri="{FF2B5EF4-FFF2-40B4-BE49-F238E27FC236}">
                <a16:creationId xmlns:a16="http://schemas.microsoft.com/office/drawing/2014/main" id="{19135E7E-9000-4180-A24F-0FFA30617FEB}"/>
              </a:ext>
            </a:extLst>
          </p:cNvPr>
          <p:cNvSpPr>
            <a:spLocks noGrp="1"/>
          </p:cNvSpPr>
          <p:nvPr>
            <p:ph type="title" hasCustomPrompt="1"/>
          </p:nvPr>
        </p:nvSpPr>
        <p:spPr>
          <a:xfrm>
            <a:off x="-1" y="9"/>
            <a:ext cx="12182475" cy="768621"/>
          </a:xfrm>
        </p:spPr>
        <p:txBody>
          <a:bodyPr lIns="0" tIns="360000" rIns="0" bIns="36000">
            <a:noAutofit/>
          </a:bodyPr>
          <a:lstStyle>
            <a:lvl1pPr algn="ctr">
              <a:lnSpc>
                <a:spcPts val="2500"/>
              </a:lnSpc>
              <a:defRPr sz="2400" b="1">
                <a:solidFill>
                  <a:schemeClr val="tx1"/>
                </a:solidFill>
              </a:defRPr>
            </a:lvl1pPr>
          </a:lstStyle>
          <a:p>
            <a:r>
              <a:rPr kumimoji="1" lang="ja-JP" altLang="en-US"/>
              <a:t>マスター タイトル</a:t>
            </a:r>
            <a:br>
              <a:rPr kumimoji="1" lang="en-US" altLang="ja-JP"/>
            </a:br>
            <a:r>
              <a:rPr kumimoji="1" lang="ja-JP" altLang="en-US"/>
              <a:t>マスター タイトルの書式設定</a:t>
            </a:r>
            <a:br>
              <a:rPr kumimoji="1" lang="en-US" altLang="ja-JP"/>
            </a:br>
            <a:endParaRPr kumimoji="1" lang="ja-JP" altLang="en-US"/>
          </a:p>
        </p:txBody>
      </p:sp>
      <p:pic>
        <p:nvPicPr>
          <p:cNvPr id="13" name="図 12"/>
          <p:cNvPicPr>
            <a:picLocks noChangeAspect="1"/>
          </p:cNvPicPr>
          <p:nvPr userDrawn="1"/>
        </p:nvPicPr>
        <p:blipFill>
          <a:blip r:embed="rId2"/>
          <a:stretch>
            <a:fillRect/>
          </a:stretch>
        </p:blipFill>
        <p:spPr>
          <a:xfrm>
            <a:off x="11391752" y="216816"/>
            <a:ext cx="618062" cy="329633"/>
          </a:xfrm>
          <a:prstGeom prst="rect">
            <a:avLst/>
          </a:prstGeom>
        </p:spPr>
      </p:pic>
      <p:sp>
        <p:nvSpPr>
          <p:cNvPr id="9" name="テキスト プレースホルダー 2">
            <a:extLst>
              <a:ext uri="{FF2B5EF4-FFF2-40B4-BE49-F238E27FC236}">
                <a16:creationId xmlns:a16="http://schemas.microsoft.com/office/drawing/2014/main" id="{A3989FC1-DD8D-DD4A-A9D4-58A857C50480}"/>
              </a:ext>
            </a:extLst>
          </p:cNvPr>
          <p:cNvSpPr txBox="1">
            <a:spLocks/>
          </p:cNvSpPr>
          <p:nvPr userDrawn="1"/>
        </p:nvSpPr>
        <p:spPr>
          <a:xfrm>
            <a:off x="5" y="-2461"/>
            <a:ext cx="1548000" cy="220551"/>
          </a:xfrm>
          <a:prstGeom prst="rect">
            <a:avLst/>
          </a:prstGeom>
          <a:solidFill>
            <a:srgbClr val="74B22B"/>
          </a:solidFill>
        </p:spPr>
        <p:txBody>
          <a:bodyPr wrap="none" lIns="144000" tIns="33231" rIns="144000" bIns="33231" anchor="ctr" anchorCtr="1">
            <a:noAutofit/>
          </a:bodyPr>
          <a:lstStyle>
            <a:lvl1pPr marL="0" indent="0" algn="l" defTabSz="914400" rtl="0" eaLnBrk="1" latinLnBrk="0" hangingPunct="1">
              <a:lnSpc>
                <a:spcPct val="90000"/>
              </a:lnSpc>
              <a:spcBef>
                <a:spcPts val="1000"/>
              </a:spcBef>
              <a:buFont typeface="Arial" panose="020B0604020202020204" pitchFamily="34" charset="0"/>
              <a:buNone/>
              <a:defRPr kumimoji="1" sz="12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108">
                <a:latin typeface="Meiryo UI" panose="020B0604030504040204" pitchFamily="50" charset="-128"/>
                <a:ea typeface="Meiryo UI" panose="020B0604030504040204" pitchFamily="50" charset="-128"/>
              </a:rPr>
              <a:t>XXXXXX </a:t>
            </a:r>
            <a:r>
              <a:rPr lang="en-US" altLang="ja-JP" sz="1200" b="0" baseline="0">
                <a:latin typeface="Meiryo UI" panose="020B0604030504040204" pitchFamily="50" charset="-128"/>
                <a:ea typeface="Meiryo UI" panose="020B0604030504040204" pitchFamily="50" charset="-128"/>
              </a:rPr>
              <a:t>Series</a:t>
            </a:r>
            <a:endParaRPr lang="ja-JP" altLang="en-US" sz="1200" b="0">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6491BB27-C411-A1D8-F02E-C3F20AFD3842}"/>
              </a:ext>
            </a:extLst>
          </p:cNvPr>
          <p:cNvSpPr/>
          <p:nvPr userDrawn="1"/>
        </p:nvSpPr>
        <p:spPr>
          <a:xfrm>
            <a:off x="182186" y="381633"/>
            <a:ext cx="1193215" cy="199385"/>
          </a:xfrm>
          <a:prstGeom prst="rect">
            <a:avLst/>
          </a:prstGeom>
          <a:noFill/>
          <a:ln>
            <a:solidFill>
              <a:srgbClr val="B8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a:solidFill>
                  <a:srgbClr val="B81C22"/>
                </a:solidFill>
                <a:latin typeface="Meiryo UI" panose="020B0604030504040204" pitchFamily="50" charset="-128"/>
                <a:ea typeface="Meiryo UI" panose="020B0604030504040204" pitchFamily="50" charset="-128"/>
              </a:rPr>
              <a:t>Confidential</a:t>
            </a:r>
            <a:endParaRPr lang="ja-JP" altLang="en-US" sz="1200" b="1">
              <a:solidFill>
                <a:srgbClr val="B81C22"/>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74866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補足資料_Confidential">
    <p:spTree>
      <p:nvGrpSpPr>
        <p:cNvPr id="1" name=""/>
        <p:cNvGrpSpPr/>
        <p:nvPr/>
      </p:nvGrpSpPr>
      <p:grpSpPr>
        <a:xfrm>
          <a:off x="0" y="0"/>
          <a:ext cx="0" cy="0"/>
          <a:chOff x="0" y="0"/>
          <a:chExt cx="0" cy="0"/>
        </a:xfrm>
      </p:grpSpPr>
      <p:sp>
        <p:nvSpPr>
          <p:cNvPr id="6" name="スライド番号プレースホルダー 5"/>
          <p:cNvSpPr>
            <a:spLocks noGrp="1"/>
          </p:cNvSpPr>
          <p:nvPr>
            <p:ph type="sldNum" sz="quarter" idx="12"/>
          </p:nvPr>
        </p:nvSpPr>
        <p:spPr>
          <a:noFill/>
        </p:spPr>
        <p:txBody>
          <a:bodyPr/>
          <a:lstStyle>
            <a:lvl1pPr>
              <a:defRPr>
                <a:solidFill>
                  <a:schemeClr val="tx1"/>
                </a:solidFill>
              </a:defRPr>
            </a:lvl1pPr>
          </a:lstStyle>
          <a:p>
            <a:fld id="{19FF75DF-7FDB-DF48-865B-1099646D8BB7}" type="slidenum">
              <a:rPr lang="ja-JP" altLang="en-US" smtClean="0"/>
              <a:pPr/>
              <a:t>‹#›</a:t>
            </a:fld>
            <a:endParaRPr lang="ja-JP" altLang="en-US"/>
          </a:p>
        </p:txBody>
      </p:sp>
      <p:sp>
        <p:nvSpPr>
          <p:cNvPr id="8" name="object 3">
            <a:extLst>
              <a:ext uri="{FF2B5EF4-FFF2-40B4-BE49-F238E27FC236}">
                <a16:creationId xmlns:a16="http://schemas.microsoft.com/office/drawing/2014/main" id="{F763EF0C-9B25-456D-98C6-5DE6085FB1D6}"/>
              </a:ext>
            </a:extLst>
          </p:cNvPr>
          <p:cNvSpPr/>
          <p:nvPr userDrawn="1"/>
        </p:nvSpPr>
        <p:spPr>
          <a:xfrm>
            <a:off x="0" y="768622"/>
            <a:ext cx="12205957" cy="120071"/>
          </a:xfrm>
          <a:custGeom>
            <a:avLst/>
            <a:gdLst/>
            <a:ahLst/>
            <a:cxnLst/>
            <a:rect l="l" t="t" r="r" b="b"/>
            <a:pathLst>
              <a:path w="9403715">
                <a:moveTo>
                  <a:pt x="0" y="0"/>
                </a:moveTo>
                <a:lnTo>
                  <a:pt x="9403207" y="0"/>
                </a:lnTo>
              </a:path>
            </a:pathLst>
          </a:custGeom>
          <a:ln w="31750" cmpd="sng">
            <a:solidFill>
              <a:srgbClr val="004098"/>
            </a:solidFill>
          </a:ln>
        </p:spPr>
        <p:txBody>
          <a:bodyPr wrap="square" lIns="0" tIns="0" rIns="0" bIns="0" rtlCol="0"/>
          <a:lstStyle/>
          <a:p>
            <a:endParaRPr sz="2215"/>
          </a:p>
        </p:txBody>
      </p:sp>
      <p:sp>
        <p:nvSpPr>
          <p:cNvPr id="55" name="コンテンツ プレースホルダー 54">
            <a:extLst>
              <a:ext uri="{FF2B5EF4-FFF2-40B4-BE49-F238E27FC236}">
                <a16:creationId xmlns:a16="http://schemas.microsoft.com/office/drawing/2014/main" id="{746F2309-2D25-4C7E-8830-9D3D82381397}"/>
              </a:ext>
            </a:extLst>
          </p:cNvPr>
          <p:cNvSpPr>
            <a:spLocks noGrp="1"/>
          </p:cNvSpPr>
          <p:nvPr>
            <p:ph sz="quarter" idx="13"/>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タイトル 48">
            <a:extLst>
              <a:ext uri="{FF2B5EF4-FFF2-40B4-BE49-F238E27FC236}">
                <a16:creationId xmlns:a16="http://schemas.microsoft.com/office/drawing/2014/main" id="{19135E7E-9000-4180-A24F-0FFA30617FEB}"/>
              </a:ext>
            </a:extLst>
          </p:cNvPr>
          <p:cNvSpPr>
            <a:spLocks noGrp="1"/>
          </p:cNvSpPr>
          <p:nvPr>
            <p:ph type="title" hasCustomPrompt="1"/>
          </p:nvPr>
        </p:nvSpPr>
        <p:spPr>
          <a:xfrm>
            <a:off x="-1" y="9"/>
            <a:ext cx="12182475" cy="768621"/>
          </a:xfrm>
        </p:spPr>
        <p:txBody>
          <a:bodyPr lIns="0" tIns="360000" rIns="0" bIns="36000">
            <a:noAutofit/>
          </a:bodyPr>
          <a:lstStyle>
            <a:lvl1pPr algn="ctr">
              <a:lnSpc>
                <a:spcPts val="2500"/>
              </a:lnSpc>
              <a:defRPr sz="2400" b="1">
                <a:solidFill>
                  <a:schemeClr val="tx1"/>
                </a:solidFill>
              </a:defRPr>
            </a:lvl1pPr>
          </a:lstStyle>
          <a:p>
            <a:r>
              <a:rPr kumimoji="1" lang="ja-JP" altLang="en-US"/>
              <a:t>マスター タイトル</a:t>
            </a:r>
            <a:br>
              <a:rPr kumimoji="1" lang="en-US" altLang="ja-JP"/>
            </a:br>
            <a:r>
              <a:rPr kumimoji="1" lang="ja-JP" altLang="en-US"/>
              <a:t>マスター タイトルの書式設定</a:t>
            </a:r>
            <a:br>
              <a:rPr kumimoji="1" lang="en-US" altLang="ja-JP"/>
            </a:br>
            <a:endParaRPr kumimoji="1" lang="ja-JP" altLang="en-US"/>
          </a:p>
        </p:txBody>
      </p:sp>
      <p:sp>
        <p:nvSpPr>
          <p:cNvPr id="3" name="正方形/長方形 2">
            <a:extLst>
              <a:ext uri="{FF2B5EF4-FFF2-40B4-BE49-F238E27FC236}">
                <a16:creationId xmlns:a16="http://schemas.microsoft.com/office/drawing/2014/main" id="{98100B03-B0BD-A31B-98E2-4720866806F9}"/>
              </a:ext>
            </a:extLst>
          </p:cNvPr>
          <p:cNvSpPr/>
          <p:nvPr userDrawn="1"/>
        </p:nvSpPr>
        <p:spPr>
          <a:xfrm>
            <a:off x="182186" y="488252"/>
            <a:ext cx="1193215" cy="199385"/>
          </a:xfrm>
          <a:prstGeom prst="rect">
            <a:avLst/>
          </a:prstGeom>
          <a:noFill/>
          <a:ln>
            <a:solidFill>
              <a:srgbClr val="B8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a:solidFill>
                  <a:srgbClr val="B81C22"/>
                </a:solidFill>
                <a:latin typeface="Meiryo UI" panose="020B0604030504040204" pitchFamily="50" charset="-128"/>
                <a:ea typeface="Meiryo UI" panose="020B0604030504040204" pitchFamily="50" charset="-128"/>
              </a:rPr>
              <a:t>Confidential</a:t>
            </a:r>
            <a:endParaRPr lang="ja-JP" altLang="en-US" sz="1200" b="1">
              <a:solidFill>
                <a:srgbClr val="B81C22"/>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04677A4D-ECEE-B9F1-F35C-04272FA00C25}"/>
              </a:ext>
            </a:extLst>
          </p:cNvPr>
          <p:cNvSpPr/>
          <p:nvPr userDrawn="1"/>
        </p:nvSpPr>
        <p:spPr>
          <a:xfrm>
            <a:off x="182186" y="288088"/>
            <a:ext cx="1193215" cy="199385"/>
          </a:xfrm>
          <a:prstGeom prst="rect">
            <a:avLst/>
          </a:prstGeom>
          <a:noFill/>
          <a:ln>
            <a:solidFill>
              <a:srgbClr val="B8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a:solidFill>
                  <a:srgbClr val="B81C22"/>
                </a:solidFill>
                <a:latin typeface="Meiryo UI" panose="020B0604030504040204" pitchFamily="50" charset="-128"/>
                <a:ea typeface="Meiryo UI" panose="020B0604030504040204" pitchFamily="50" charset="-128"/>
              </a:rPr>
              <a:t>補足資料</a:t>
            </a:r>
          </a:p>
        </p:txBody>
      </p:sp>
      <p:pic>
        <p:nvPicPr>
          <p:cNvPr id="7" name="図 6">
            <a:extLst>
              <a:ext uri="{FF2B5EF4-FFF2-40B4-BE49-F238E27FC236}">
                <a16:creationId xmlns:a16="http://schemas.microsoft.com/office/drawing/2014/main" id="{106B701A-E981-6697-3D40-3BAADDEB63DA}"/>
              </a:ext>
            </a:extLst>
          </p:cNvPr>
          <p:cNvPicPr>
            <a:picLocks noChangeAspect="1"/>
          </p:cNvPicPr>
          <p:nvPr userDrawn="1"/>
        </p:nvPicPr>
        <p:blipFill>
          <a:blip r:embed="rId2"/>
          <a:stretch>
            <a:fillRect/>
          </a:stretch>
        </p:blipFill>
        <p:spPr>
          <a:xfrm>
            <a:off x="11391752" y="216816"/>
            <a:ext cx="618062" cy="329633"/>
          </a:xfrm>
          <a:prstGeom prst="rect">
            <a:avLst/>
          </a:prstGeom>
        </p:spPr>
      </p:pic>
      <p:sp>
        <p:nvSpPr>
          <p:cNvPr id="2" name="テキスト プレースホルダー 2">
            <a:extLst>
              <a:ext uri="{FF2B5EF4-FFF2-40B4-BE49-F238E27FC236}">
                <a16:creationId xmlns:a16="http://schemas.microsoft.com/office/drawing/2014/main" id="{2AADD2EE-3BF4-D1FB-5675-E8C8D722AC3E}"/>
              </a:ext>
            </a:extLst>
          </p:cNvPr>
          <p:cNvSpPr txBox="1">
            <a:spLocks/>
          </p:cNvSpPr>
          <p:nvPr userDrawn="1"/>
        </p:nvSpPr>
        <p:spPr>
          <a:xfrm>
            <a:off x="5" y="-2461"/>
            <a:ext cx="1548000" cy="220551"/>
          </a:xfrm>
          <a:prstGeom prst="rect">
            <a:avLst/>
          </a:prstGeom>
          <a:solidFill>
            <a:srgbClr val="74B22B"/>
          </a:solidFill>
        </p:spPr>
        <p:txBody>
          <a:bodyPr wrap="none" lIns="144000" tIns="33231" rIns="144000" bIns="33231" anchor="ctr" anchorCtr="1">
            <a:noAutofit/>
          </a:bodyPr>
          <a:lstStyle>
            <a:lvl1pPr marL="0" indent="0" algn="l" defTabSz="914400" rtl="0" eaLnBrk="1" latinLnBrk="0" hangingPunct="1">
              <a:lnSpc>
                <a:spcPct val="90000"/>
              </a:lnSpc>
              <a:spcBef>
                <a:spcPts val="1000"/>
              </a:spcBef>
              <a:buFont typeface="Arial" panose="020B0604020202020204" pitchFamily="34" charset="0"/>
              <a:buNone/>
              <a:defRPr kumimoji="1" sz="12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108">
                <a:latin typeface="Meiryo UI" panose="020B0604030504040204" pitchFamily="50" charset="-128"/>
                <a:ea typeface="Meiryo UI" panose="020B0604030504040204" pitchFamily="50" charset="-128"/>
              </a:rPr>
              <a:t>XXXXXX </a:t>
            </a:r>
            <a:r>
              <a:rPr lang="en-US" altLang="ja-JP" sz="1200" b="0" baseline="0">
                <a:latin typeface="Meiryo UI" panose="020B0604030504040204" pitchFamily="50" charset="-128"/>
                <a:ea typeface="Meiryo UI" panose="020B0604030504040204" pitchFamily="50" charset="-128"/>
              </a:rPr>
              <a:t>Series</a:t>
            </a:r>
            <a:endParaRPr lang="ja-JP" altLang="en-US" sz="1200" b="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992199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ppendix_Confidential">
    <p:spTree>
      <p:nvGrpSpPr>
        <p:cNvPr id="1" name=""/>
        <p:cNvGrpSpPr/>
        <p:nvPr/>
      </p:nvGrpSpPr>
      <p:grpSpPr>
        <a:xfrm>
          <a:off x="0" y="0"/>
          <a:ext cx="0" cy="0"/>
          <a:chOff x="0" y="0"/>
          <a:chExt cx="0" cy="0"/>
        </a:xfrm>
      </p:grpSpPr>
      <p:sp>
        <p:nvSpPr>
          <p:cNvPr id="6" name="スライド番号プレースホルダー 5"/>
          <p:cNvSpPr>
            <a:spLocks noGrp="1"/>
          </p:cNvSpPr>
          <p:nvPr>
            <p:ph type="sldNum" sz="quarter" idx="12"/>
          </p:nvPr>
        </p:nvSpPr>
        <p:spPr>
          <a:noFill/>
        </p:spPr>
        <p:txBody>
          <a:bodyPr/>
          <a:lstStyle>
            <a:lvl1pPr>
              <a:defRPr>
                <a:solidFill>
                  <a:schemeClr val="tx1"/>
                </a:solidFill>
              </a:defRPr>
            </a:lvl1pPr>
          </a:lstStyle>
          <a:p>
            <a:fld id="{19FF75DF-7FDB-DF48-865B-1099646D8BB7}" type="slidenum">
              <a:rPr lang="ja-JP" altLang="en-US" smtClean="0"/>
              <a:pPr/>
              <a:t>‹#›</a:t>
            </a:fld>
            <a:endParaRPr lang="ja-JP" altLang="en-US"/>
          </a:p>
        </p:txBody>
      </p:sp>
      <p:sp>
        <p:nvSpPr>
          <p:cNvPr id="8" name="object 3">
            <a:extLst>
              <a:ext uri="{FF2B5EF4-FFF2-40B4-BE49-F238E27FC236}">
                <a16:creationId xmlns:a16="http://schemas.microsoft.com/office/drawing/2014/main" id="{F763EF0C-9B25-456D-98C6-5DE6085FB1D6}"/>
              </a:ext>
            </a:extLst>
          </p:cNvPr>
          <p:cNvSpPr/>
          <p:nvPr userDrawn="1"/>
        </p:nvSpPr>
        <p:spPr>
          <a:xfrm>
            <a:off x="0" y="768622"/>
            <a:ext cx="12205957" cy="120071"/>
          </a:xfrm>
          <a:custGeom>
            <a:avLst/>
            <a:gdLst/>
            <a:ahLst/>
            <a:cxnLst/>
            <a:rect l="l" t="t" r="r" b="b"/>
            <a:pathLst>
              <a:path w="9403715">
                <a:moveTo>
                  <a:pt x="0" y="0"/>
                </a:moveTo>
                <a:lnTo>
                  <a:pt x="9403207" y="0"/>
                </a:lnTo>
              </a:path>
            </a:pathLst>
          </a:custGeom>
          <a:ln w="31750" cmpd="sng">
            <a:solidFill>
              <a:srgbClr val="004098"/>
            </a:solidFill>
          </a:ln>
        </p:spPr>
        <p:txBody>
          <a:bodyPr wrap="square" lIns="0" tIns="0" rIns="0" bIns="0" rtlCol="0"/>
          <a:lstStyle/>
          <a:p>
            <a:endParaRPr sz="2215"/>
          </a:p>
        </p:txBody>
      </p:sp>
      <p:sp>
        <p:nvSpPr>
          <p:cNvPr id="55" name="コンテンツ プレースホルダー 54">
            <a:extLst>
              <a:ext uri="{FF2B5EF4-FFF2-40B4-BE49-F238E27FC236}">
                <a16:creationId xmlns:a16="http://schemas.microsoft.com/office/drawing/2014/main" id="{746F2309-2D25-4C7E-8830-9D3D82381397}"/>
              </a:ext>
            </a:extLst>
          </p:cNvPr>
          <p:cNvSpPr>
            <a:spLocks noGrp="1"/>
          </p:cNvSpPr>
          <p:nvPr>
            <p:ph sz="quarter" idx="13"/>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タイトル 48">
            <a:extLst>
              <a:ext uri="{FF2B5EF4-FFF2-40B4-BE49-F238E27FC236}">
                <a16:creationId xmlns:a16="http://schemas.microsoft.com/office/drawing/2014/main" id="{19135E7E-9000-4180-A24F-0FFA30617FEB}"/>
              </a:ext>
            </a:extLst>
          </p:cNvPr>
          <p:cNvSpPr>
            <a:spLocks noGrp="1"/>
          </p:cNvSpPr>
          <p:nvPr>
            <p:ph type="title" hasCustomPrompt="1"/>
          </p:nvPr>
        </p:nvSpPr>
        <p:spPr>
          <a:xfrm>
            <a:off x="-1" y="9"/>
            <a:ext cx="12182475" cy="768621"/>
          </a:xfrm>
        </p:spPr>
        <p:txBody>
          <a:bodyPr lIns="0" tIns="360000" rIns="0" bIns="36000">
            <a:noAutofit/>
          </a:bodyPr>
          <a:lstStyle>
            <a:lvl1pPr algn="ctr">
              <a:lnSpc>
                <a:spcPts val="2500"/>
              </a:lnSpc>
              <a:defRPr sz="2400" b="1">
                <a:solidFill>
                  <a:schemeClr val="tx1"/>
                </a:solidFill>
              </a:defRPr>
            </a:lvl1pPr>
          </a:lstStyle>
          <a:p>
            <a:r>
              <a:rPr kumimoji="1" lang="ja-JP" altLang="en-US"/>
              <a:t>マスター タイトル</a:t>
            </a:r>
            <a:br>
              <a:rPr kumimoji="1" lang="en-US" altLang="ja-JP"/>
            </a:br>
            <a:r>
              <a:rPr kumimoji="1" lang="ja-JP" altLang="en-US"/>
              <a:t>マスター タイトルの書式設定</a:t>
            </a:r>
            <a:br>
              <a:rPr kumimoji="1" lang="en-US" altLang="ja-JP"/>
            </a:br>
            <a:endParaRPr kumimoji="1" lang="ja-JP" altLang="en-US"/>
          </a:p>
        </p:txBody>
      </p:sp>
      <p:sp>
        <p:nvSpPr>
          <p:cNvPr id="2" name="正方形/長方形 1">
            <a:extLst>
              <a:ext uri="{FF2B5EF4-FFF2-40B4-BE49-F238E27FC236}">
                <a16:creationId xmlns:a16="http://schemas.microsoft.com/office/drawing/2014/main" id="{87DB126F-8B7B-9B40-0F87-031FA0EEE734}"/>
              </a:ext>
            </a:extLst>
          </p:cNvPr>
          <p:cNvSpPr/>
          <p:nvPr userDrawn="1"/>
        </p:nvSpPr>
        <p:spPr>
          <a:xfrm>
            <a:off x="182186" y="488252"/>
            <a:ext cx="1193215" cy="199385"/>
          </a:xfrm>
          <a:prstGeom prst="rect">
            <a:avLst/>
          </a:prstGeom>
          <a:noFill/>
          <a:ln>
            <a:solidFill>
              <a:srgbClr val="B8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a:solidFill>
                  <a:srgbClr val="B81C22"/>
                </a:solidFill>
                <a:latin typeface="Meiryo UI" panose="020B0604030504040204" pitchFamily="50" charset="-128"/>
                <a:ea typeface="Meiryo UI" panose="020B0604030504040204" pitchFamily="50" charset="-128"/>
              </a:rPr>
              <a:t>Confidential</a:t>
            </a:r>
            <a:endParaRPr lang="ja-JP" altLang="en-US" sz="1200" b="1">
              <a:solidFill>
                <a:srgbClr val="B81C22"/>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9DE08289-BE71-7CD7-09A9-6EFE2F948663}"/>
              </a:ext>
            </a:extLst>
          </p:cNvPr>
          <p:cNvSpPr/>
          <p:nvPr userDrawn="1"/>
        </p:nvSpPr>
        <p:spPr>
          <a:xfrm>
            <a:off x="182186" y="288088"/>
            <a:ext cx="1193215" cy="199385"/>
          </a:xfrm>
          <a:prstGeom prst="rect">
            <a:avLst/>
          </a:prstGeom>
          <a:noFill/>
          <a:ln>
            <a:solidFill>
              <a:srgbClr val="B8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a:solidFill>
                  <a:srgbClr val="B81C22"/>
                </a:solidFill>
                <a:latin typeface="Meiryo UI" panose="020B0604030504040204" pitchFamily="50" charset="-128"/>
                <a:ea typeface="Meiryo UI" panose="020B0604030504040204" pitchFamily="50" charset="-128"/>
              </a:rPr>
              <a:t>Appendix</a:t>
            </a:r>
            <a:endParaRPr lang="ja-JP" altLang="en-US" sz="1200" b="1">
              <a:solidFill>
                <a:srgbClr val="B81C22"/>
              </a:solidFill>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F3B20AA5-E5B4-3477-FF80-D4846AED3964}"/>
              </a:ext>
            </a:extLst>
          </p:cNvPr>
          <p:cNvPicPr>
            <a:picLocks noChangeAspect="1"/>
          </p:cNvPicPr>
          <p:nvPr userDrawn="1"/>
        </p:nvPicPr>
        <p:blipFill>
          <a:blip r:embed="rId2"/>
          <a:stretch>
            <a:fillRect/>
          </a:stretch>
        </p:blipFill>
        <p:spPr>
          <a:xfrm>
            <a:off x="11391752" y="216816"/>
            <a:ext cx="618062" cy="329633"/>
          </a:xfrm>
          <a:prstGeom prst="rect">
            <a:avLst/>
          </a:prstGeom>
        </p:spPr>
      </p:pic>
      <p:sp>
        <p:nvSpPr>
          <p:cNvPr id="3" name="テキスト プレースホルダー 2">
            <a:extLst>
              <a:ext uri="{FF2B5EF4-FFF2-40B4-BE49-F238E27FC236}">
                <a16:creationId xmlns:a16="http://schemas.microsoft.com/office/drawing/2014/main" id="{2F9C29BB-80ED-C186-B123-2DE756819C24}"/>
              </a:ext>
            </a:extLst>
          </p:cNvPr>
          <p:cNvSpPr txBox="1">
            <a:spLocks/>
          </p:cNvSpPr>
          <p:nvPr userDrawn="1"/>
        </p:nvSpPr>
        <p:spPr>
          <a:xfrm>
            <a:off x="5" y="-2461"/>
            <a:ext cx="1548000" cy="220551"/>
          </a:xfrm>
          <a:prstGeom prst="rect">
            <a:avLst/>
          </a:prstGeom>
          <a:solidFill>
            <a:srgbClr val="74B22B"/>
          </a:solidFill>
        </p:spPr>
        <p:txBody>
          <a:bodyPr wrap="none" lIns="144000" tIns="33231" rIns="144000" bIns="33231" anchor="ctr" anchorCtr="1">
            <a:noAutofit/>
          </a:bodyPr>
          <a:lstStyle>
            <a:lvl1pPr marL="0" indent="0" algn="l" defTabSz="914400" rtl="0" eaLnBrk="1" latinLnBrk="0" hangingPunct="1">
              <a:lnSpc>
                <a:spcPct val="90000"/>
              </a:lnSpc>
              <a:spcBef>
                <a:spcPts val="1000"/>
              </a:spcBef>
              <a:buFont typeface="Arial" panose="020B0604020202020204" pitchFamily="34" charset="0"/>
              <a:buNone/>
              <a:defRPr kumimoji="1" sz="12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108">
                <a:latin typeface="Meiryo UI" panose="020B0604030504040204" pitchFamily="50" charset="-128"/>
                <a:ea typeface="Meiryo UI" panose="020B0604030504040204" pitchFamily="50" charset="-128"/>
              </a:rPr>
              <a:t>XXXXXX </a:t>
            </a:r>
            <a:r>
              <a:rPr lang="en-US" altLang="ja-JP" sz="1200" b="0" baseline="0">
                <a:latin typeface="Meiryo UI" panose="020B0604030504040204" pitchFamily="50" charset="-128"/>
                <a:ea typeface="Meiryo UI" panose="020B0604030504040204" pitchFamily="50" charset="-128"/>
              </a:rPr>
              <a:t>Series</a:t>
            </a:r>
            <a:endParaRPr lang="ja-JP" altLang="en-US" sz="1200" b="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90481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补充材料_Confidential">
    <p:spTree>
      <p:nvGrpSpPr>
        <p:cNvPr id="1" name=""/>
        <p:cNvGrpSpPr/>
        <p:nvPr/>
      </p:nvGrpSpPr>
      <p:grpSpPr>
        <a:xfrm>
          <a:off x="0" y="0"/>
          <a:ext cx="0" cy="0"/>
          <a:chOff x="0" y="0"/>
          <a:chExt cx="0" cy="0"/>
        </a:xfrm>
      </p:grpSpPr>
      <p:sp>
        <p:nvSpPr>
          <p:cNvPr id="6" name="スライド番号プレースホルダー 5"/>
          <p:cNvSpPr>
            <a:spLocks noGrp="1"/>
          </p:cNvSpPr>
          <p:nvPr>
            <p:ph type="sldNum" sz="quarter" idx="12"/>
          </p:nvPr>
        </p:nvSpPr>
        <p:spPr>
          <a:noFill/>
        </p:spPr>
        <p:txBody>
          <a:bodyPr/>
          <a:lstStyle>
            <a:lvl1pPr>
              <a:defRPr>
                <a:solidFill>
                  <a:schemeClr val="tx1"/>
                </a:solidFill>
              </a:defRPr>
            </a:lvl1pPr>
          </a:lstStyle>
          <a:p>
            <a:fld id="{19FF75DF-7FDB-DF48-865B-1099646D8BB7}" type="slidenum">
              <a:rPr lang="ja-JP" altLang="en-US" smtClean="0"/>
              <a:pPr/>
              <a:t>‹#›</a:t>
            </a:fld>
            <a:endParaRPr lang="ja-JP" altLang="en-US"/>
          </a:p>
        </p:txBody>
      </p:sp>
      <p:sp>
        <p:nvSpPr>
          <p:cNvPr id="8" name="object 3">
            <a:extLst>
              <a:ext uri="{FF2B5EF4-FFF2-40B4-BE49-F238E27FC236}">
                <a16:creationId xmlns:a16="http://schemas.microsoft.com/office/drawing/2014/main" id="{F763EF0C-9B25-456D-98C6-5DE6085FB1D6}"/>
              </a:ext>
            </a:extLst>
          </p:cNvPr>
          <p:cNvSpPr/>
          <p:nvPr userDrawn="1"/>
        </p:nvSpPr>
        <p:spPr>
          <a:xfrm>
            <a:off x="0" y="768622"/>
            <a:ext cx="12205957" cy="120071"/>
          </a:xfrm>
          <a:custGeom>
            <a:avLst/>
            <a:gdLst/>
            <a:ahLst/>
            <a:cxnLst/>
            <a:rect l="l" t="t" r="r" b="b"/>
            <a:pathLst>
              <a:path w="9403715">
                <a:moveTo>
                  <a:pt x="0" y="0"/>
                </a:moveTo>
                <a:lnTo>
                  <a:pt x="9403207" y="0"/>
                </a:lnTo>
              </a:path>
            </a:pathLst>
          </a:custGeom>
          <a:ln w="31750" cmpd="sng">
            <a:solidFill>
              <a:srgbClr val="004098"/>
            </a:solidFill>
          </a:ln>
        </p:spPr>
        <p:txBody>
          <a:bodyPr wrap="square" lIns="0" tIns="0" rIns="0" bIns="0" rtlCol="0"/>
          <a:lstStyle/>
          <a:p>
            <a:endParaRPr sz="2215"/>
          </a:p>
        </p:txBody>
      </p:sp>
      <p:sp>
        <p:nvSpPr>
          <p:cNvPr id="55" name="コンテンツ プレースホルダー 54">
            <a:extLst>
              <a:ext uri="{FF2B5EF4-FFF2-40B4-BE49-F238E27FC236}">
                <a16:creationId xmlns:a16="http://schemas.microsoft.com/office/drawing/2014/main" id="{746F2309-2D25-4C7E-8830-9D3D82381397}"/>
              </a:ext>
            </a:extLst>
          </p:cNvPr>
          <p:cNvSpPr>
            <a:spLocks noGrp="1"/>
          </p:cNvSpPr>
          <p:nvPr>
            <p:ph sz="quarter" idx="13"/>
          </p:nvPr>
        </p:nvSpPr>
        <p:spPr/>
        <p:txBody>
          <a:bodyPr/>
          <a:lstStyle>
            <a:lvl1pPr>
              <a:defRPr>
                <a:latin typeface="Microsoft YaHei" panose="020B0503020204020204" pitchFamily="34" charset="-122"/>
                <a:ea typeface="Microsoft YaHei" panose="020B0503020204020204" pitchFamily="34" charset="-122"/>
              </a:defRPr>
            </a:lvl1pPr>
            <a:lvl2pPr>
              <a:defRPr>
                <a:latin typeface="Microsoft YaHei" panose="020B0503020204020204" pitchFamily="34" charset="-122"/>
                <a:ea typeface="Microsoft YaHei" panose="020B0503020204020204" pitchFamily="34" charset="-122"/>
              </a:defRPr>
            </a:lvl2pPr>
            <a:lvl3pPr>
              <a:defRPr>
                <a:latin typeface="Microsoft YaHei" panose="020B0503020204020204" pitchFamily="34" charset="-122"/>
                <a:ea typeface="Microsoft YaHei" panose="020B0503020204020204" pitchFamily="34" charset="-122"/>
              </a:defRPr>
            </a:lvl3pPr>
            <a:lvl4pPr>
              <a:defRPr>
                <a:latin typeface="Microsoft YaHei" panose="020B0503020204020204" pitchFamily="34" charset="-122"/>
                <a:ea typeface="Microsoft YaHei" panose="020B0503020204020204" pitchFamily="34" charset="-122"/>
              </a:defRPr>
            </a:lvl4pPr>
            <a:lvl5pPr>
              <a:defRPr>
                <a:latin typeface="Microsoft YaHei" panose="020B0503020204020204" pitchFamily="34" charset="-122"/>
                <a:ea typeface="Microsoft YaHei" panose="020B0503020204020204" pitchFamily="34" charset="-122"/>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タイトル 48">
            <a:extLst>
              <a:ext uri="{FF2B5EF4-FFF2-40B4-BE49-F238E27FC236}">
                <a16:creationId xmlns:a16="http://schemas.microsoft.com/office/drawing/2014/main" id="{19135E7E-9000-4180-A24F-0FFA30617FEB}"/>
              </a:ext>
            </a:extLst>
          </p:cNvPr>
          <p:cNvSpPr>
            <a:spLocks noGrp="1"/>
          </p:cNvSpPr>
          <p:nvPr>
            <p:ph type="title" hasCustomPrompt="1"/>
          </p:nvPr>
        </p:nvSpPr>
        <p:spPr>
          <a:xfrm>
            <a:off x="-1" y="9"/>
            <a:ext cx="12182475" cy="768621"/>
          </a:xfrm>
        </p:spPr>
        <p:txBody>
          <a:bodyPr lIns="0" tIns="360000" rIns="0" bIns="36000">
            <a:noAutofit/>
          </a:bodyPr>
          <a:lstStyle>
            <a:lvl1pPr algn="ctr">
              <a:lnSpc>
                <a:spcPts val="2500"/>
              </a:lnSpc>
              <a:defRPr sz="2400" b="1">
                <a:solidFill>
                  <a:schemeClr val="tx1"/>
                </a:solidFill>
                <a:latin typeface="Microsoft YaHei" panose="020B0503020204020204" pitchFamily="34" charset="-122"/>
                <a:ea typeface="Microsoft YaHei" panose="020B0503020204020204" pitchFamily="34" charset="-122"/>
              </a:defRPr>
            </a:lvl1pPr>
          </a:lstStyle>
          <a:p>
            <a:r>
              <a:rPr kumimoji="1" lang="ja-JP" altLang="en-US"/>
              <a:t>マスター タイトル</a:t>
            </a:r>
            <a:br>
              <a:rPr kumimoji="1" lang="en-US" altLang="ja-JP"/>
            </a:br>
            <a:r>
              <a:rPr kumimoji="1" lang="ja-JP" altLang="en-US"/>
              <a:t>マスター タイトルの書式設定</a:t>
            </a:r>
            <a:br>
              <a:rPr kumimoji="1" lang="en-US" altLang="ja-JP"/>
            </a:br>
            <a:endParaRPr kumimoji="1" lang="ja-JP" altLang="en-US"/>
          </a:p>
        </p:txBody>
      </p:sp>
      <p:sp>
        <p:nvSpPr>
          <p:cNvPr id="2" name="正方形/長方形 1">
            <a:extLst>
              <a:ext uri="{FF2B5EF4-FFF2-40B4-BE49-F238E27FC236}">
                <a16:creationId xmlns:a16="http://schemas.microsoft.com/office/drawing/2014/main" id="{87DB126F-8B7B-9B40-0F87-031FA0EEE734}"/>
              </a:ext>
            </a:extLst>
          </p:cNvPr>
          <p:cNvSpPr/>
          <p:nvPr userDrawn="1"/>
        </p:nvSpPr>
        <p:spPr>
          <a:xfrm>
            <a:off x="182186" y="488252"/>
            <a:ext cx="1193215" cy="199385"/>
          </a:xfrm>
          <a:prstGeom prst="rect">
            <a:avLst/>
          </a:prstGeom>
          <a:noFill/>
          <a:ln>
            <a:solidFill>
              <a:srgbClr val="B8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a:solidFill>
                  <a:srgbClr val="B81C22"/>
                </a:solidFill>
                <a:latin typeface="Microsoft YaHei" panose="020B0503020204020204" pitchFamily="34" charset="-122"/>
                <a:ea typeface="Microsoft YaHei" panose="020B0503020204020204" pitchFamily="34" charset="-122"/>
              </a:rPr>
              <a:t>Confidential</a:t>
            </a:r>
            <a:endParaRPr lang="ja-JP" altLang="en-US" sz="1200" b="1">
              <a:solidFill>
                <a:srgbClr val="B81C22"/>
              </a:solidFill>
              <a:latin typeface="Microsoft YaHei" panose="020B0503020204020204" pitchFamily="34" charset="-122"/>
              <a:ea typeface="Microsoft YaHei" panose="020B0503020204020204" pitchFamily="34" charset="-122"/>
            </a:endParaRPr>
          </a:p>
        </p:txBody>
      </p:sp>
      <p:sp>
        <p:nvSpPr>
          <p:cNvPr id="5" name="正方形/長方形 4">
            <a:extLst>
              <a:ext uri="{FF2B5EF4-FFF2-40B4-BE49-F238E27FC236}">
                <a16:creationId xmlns:a16="http://schemas.microsoft.com/office/drawing/2014/main" id="{9DE08289-BE71-7CD7-09A9-6EFE2F948663}"/>
              </a:ext>
            </a:extLst>
          </p:cNvPr>
          <p:cNvSpPr/>
          <p:nvPr userDrawn="1"/>
        </p:nvSpPr>
        <p:spPr>
          <a:xfrm>
            <a:off x="182186" y="288088"/>
            <a:ext cx="1193215" cy="199385"/>
          </a:xfrm>
          <a:prstGeom prst="rect">
            <a:avLst/>
          </a:prstGeom>
          <a:noFill/>
          <a:ln>
            <a:solidFill>
              <a:srgbClr val="B8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a:solidFill>
                  <a:srgbClr val="B81C22"/>
                </a:solidFill>
                <a:latin typeface="Microsoft YaHei" panose="020B0503020204020204" pitchFamily="34" charset="-122"/>
                <a:ea typeface="Microsoft YaHei" panose="020B0503020204020204" pitchFamily="34" charset="-122"/>
              </a:rPr>
              <a:t>补充材料</a:t>
            </a:r>
          </a:p>
        </p:txBody>
      </p:sp>
      <p:pic>
        <p:nvPicPr>
          <p:cNvPr id="4" name="図 3">
            <a:extLst>
              <a:ext uri="{FF2B5EF4-FFF2-40B4-BE49-F238E27FC236}">
                <a16:creationId xmlns:a16="http://schemas.microsoft.com/office/drawing/2014/main" id="{BD282F20-07AD-7FFC-355E-6AB304CD1142}"/>
              </a:ext>
            </a:extLst>
          </p:cNvPr>
          <p:cNvPicPr>
            <a:picLocks noChangeAspect="1"/>
          </p:cNvPicPr>
          <p:nvPr userDrawn="1"/>
        </p:nvPicPr>
        <p:blipFill>
          <a:blip r:embed="rId2"/>
          <a:stretch>
            <a:fillRect/>
          </a:stretch>
        </p:blipFill>
        <p:spPr>
          <a:xfrm>
            <a:off x="11391752" y="216816"/>
            <a:ext cx="618062" cy="329633"/>
          </a:xfrm>
          <a:prstGeom prst="rect">
            <a:avLst/>
          </a:prstGeom>
        </p:spPr>
      </p:pic>
      <p:sp>
        <p:nvSpPr>
          <p:cNvPr id="3" name="テキスト プレースホルダー 2">
            <a:extLst>
              <a:ext uri="{FF2B5EF4-FFF2-40B4-BE49-F238E27FC236}">
                <a16:creationId xmlns:a16="http://schemas.microsoft.com/office/drawing/2014/main" id="{853123E1-A51F-F9AB-D944-818E04622063}"/>
              </a:ext>
            </a:extLst>
          </p:cNvPr>
          <p:cNvSpPr txBox="1">
            <a:spLocks/>
          </p:cNvSpPr>
          <p:nvPr userDrawn="1"/>
        </p:nvSpPr>
        <p:spPr>
          <a:xfrm>
            <a:off x="5" y="-2461"/>
            <a:ext cx="1548000" cy="220551"/>
          </a:xfrm>
          <a:prstGeom prst="rect">
            <a:avLst/>
          </a:prstGeom>
          <a:solidFill>
            <a:srgbClr val="74B22B"/>
          </a:solidFill>
        </p:spPr>
        <p:txBody>
          <a:bodyPr wrap="none" lIns="144000" tIns="33231" rIns="144000" bIns="33231" anchor="ctr" anchorCtr="1">
            <a:noAutofit/>
          </a:bodyPr>
          <a:lstStyle>
            <a:lvl1pPr marL="0" indent="0" algn="l" defTabSz="914400" rtl="0" eaLnBrk="1" latinLnBrk="0" hangingPunct="1">
              <a:lnSpc>
                <a:spcPct val="90000"/>
              </a:lnSpc>
              <a:spcBef>
                <a:spcPts val="1000"/>
              </a:spcBef>
              <a:buFont typeface="Arial" panose="020B0604020202020204" pitchFamily="34" charset="0"/>
              <a:buNone/>
              <a:defRPr kumimoji="1" sz="12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108">
                <a:latin typeface="Meiryo UI" panose="020B0604030504040204" pitchFamily="50" charset="-128"/>
                <a:ea typeface="Meiryo UI" panose="020B0604030504040204" pitchFamily="50" charset="-128"/>
              </a:rPr>
              <a:t>XXXXXX </a:t>
            </a:r>
            <a:r>
              <a:rPr lang="en-US" altLang="ja-JP" sz="1200" b="0" baseline="0">
                <a:latin typeface="Meiryo UI" panose="020B0604030504040204" pitchFamily="50" charset="-128"/>
                <a:ea typeface="Meiryo UI" panose="020B0604030504040204" pitchFamily="50" charset="-128"/>
              </a:rPr>
              <a:t>Series</a:t>
            </a:r>
            <a:endParaRPr lang="ja-JP" altLang="en-US" sz="1200" b="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92735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No Logo_Confidential">
    <p:spTree>
      <p:nvGrpSpPr>
        <p:cNvPr id="1" name=""/>
        <p:cNvGrpSpPr/>
        <p:nvPr/>
      </p:nvGrpSpPr>
      <p:grpSpPr>
        <a:xfrm>
          <a:off x="0" y="0"/>
          <a:ext cx="0" cy="0"/>
          <a:chOff x="0" y="0"/>
          <a:chExt cx="0" cy="0"/>
        </a:xfrm>
      </p:grpSpPr>
      <p:sp>
        <p:nvSpPr>
          <p:cNvPr id="6" name="スライド番号プレースホルダー 5"/>
          <p:cNvSpPr>
            <a:spLocks noGrp="1"/>
          </p:cNvSpPr>
          <p:nvPr>
            <p:ph type="sldNum" sz="quarter" idx="12"/>
          </p:nvPr>
        </p:nvSpPr>
        <p:spPr>
          <a:noFill/>
        </p:spPr>
        <p:txBody>
          <a:bodyPr/>
          <a:lstStyle>
            <a:lvl1pPr>
              <a:defRPr>
                <a:solidFill>
                  <a:schemeClr val="tx1"/>
                </a:solidFill>
              </a:defRPr>
            </a:lvl1pPr>
          </a:lstStyle>
          <a:p>
            <a:fld id="{19FF75DF-7FDB-DF48-865B-1099646D8BB7}" type="slidenum">
              <a:rPr lang="ja-JP" altLang="en-US" smtClean="0"/>
              <a:pPr/>
              <a:t>‹#›</a:t>
            </a:fld>
            <a:endParaRPr lang="ja-JP" altLang="en-US"/>
          </a:p>
        </p:txBody>
      </p:sp>
      <p:sp>
        <p:nvSpPr>
          <p:cNvPr id="8" name="object 3">
            <a:extLst>
              <a:ext uri="{FF2B5EF4-FFF2-40B4-BE49-F238E27FC236}">
                <a16:creationId xmlns:a16="http://schemas.microsoft.com/office/drawing/2014/main" id="{F763EF0C-9B25-456D-98C6-5DE6085FB1D6}"/>
              </a:ext>
            </a:extLst>
          </p:cNvPr>
          <p:cNvSpPr/>
          <p:nvPr userDrawn="1"/>
        </p:nvSpPr>
        <p:spPr>
          <a:xfrm>
            <a:off x="0" y="768622"/>
            <a:ext cx="12205957" cy="120071"/>
          </a:xfrm>
          <a:custGeom>
            <a:avLst/>
            <a:gdLst/>
            <a:ahLst/>
            <a:cxnLst/>
            <a:rect l="l" t="t" r="r" b="b"/>
            <a:pathLst>
              <a:path w="9403715">
                <a:moveTo>
                  <a:pt x="0" y="0"/>
                </a:moveTo>
                <a:lnTo>
                  <a:pt x="9403207" y="0"/>
                </a:lnTo>
              </a:path>
            </a:pathLst>
          </a:custGeom>
          <a:ln w="31750" cmpd="sng">
            <a:solidFill>
              <a:srgbClr val="004098"/>
            </a:solidFill>
          </a:ln>
        </p:spPr>
        <p:txBody>
          <a:bodyPr wrap="square" lIns="0" tIns="0" rIns="0" bIns="0" rtlCol="0"/>
          <a:lstStyle/>
          <a:p>
            <a:endParaRPr sz="2215"/>
          </a:p>
        </p:txBody>
      </p:sp>
      <p:sp>
        <p:nvSpPr>
          <p:cNvPr id="55" name="コンテンツ プレースホルダー 54">
            <a:extLst>
              <a:ext uri="{FF2B5EF4-FFF2-40B4-BE49-F238E27FC236}">
                <a16:creationId xmlns:a16="http://schemas.microsoft.com/office/drawing/2014/main" id="{746F2309-2D25-4C7E-8830-9D3D82381397}"/>
              </a:ext>
            </a:extLst>
          </p:cNvPr>
          <p:cNvSpPr>
            <a:spLocks noGrp="1"/>
          </p:cNvSpPr>
          <p:nvPr>
            <p:ph sz="quarter" idx="13"/>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0" name="タイトル 48">
            <a:extLst>
              <a:ext uri="{FF2B5EF4-FFF2-40B4-BE49-F238E27FC236}">
                <a16:creationId xmlns:a16="http://schemas.microsoft.com/office/drawing/2014/main" id="{19135E7E-9000-4180-A24F-0FFA30617FEB}"/>
              </a:ext>
            </a:extLst>
          </p:cNvPr>
          <p:cNvSpPr>
            <a:spLocks noGrp="1"/>
          </p:cNvSpPr>
          <p:nvPr>
            <p:ph type="title" hasCustomPrompt="1"/>
          </p:nvPr>
        </p:nvSpPr>
        <p:spPr>
          <a:xfrm>
            <a:off x="-1" y="9"/>
            <a:ext cx="12182475" cy="768621"/>
          </a:xfrm>
        </p:spPr>
        <p:txBody>
          <a:bodyPr lIns="0" tIns="360000" rIns="0" bIns="36000">
            <a:noAutofit/>
          </a:bodyPr>
          <a:lstStyle>
            <a:lvl1pPr algn="ctr">
              <a:lnSpc>
                <a:spcPts val="2500"/>
              </a:lnSpc>
              <a:defRPr sz="2400" b="1">
                <a:solidFill>
                  <a:schemeClr val="tx1"/>
                </a:solidFill>
              </a:defRPr>
            </a:lvl1pPr>
          </a:lstStyle>
          <a:p>
            <a:r>
              <a:rPr kumimoji="1" lang="ja-JP" altLang="en-US"/>
              <a:t>マスター タイトル</a:t>
            </a:r>
            <a:br>
              <a:rPr kumimoji="1" lang="en-US" altLang="ja-JP"/>
            </a:br>
            <a:r>
              <a:rPr kumimoji="1" lang="ja-JP" altLang="en-US"/>
              <a:t>マスター タイトルの書式設定</a:t>
            </a:r>
            <a:br>
              <a:rPr kumimoji="1" lang="en-US" altLang="ja-JP"/>
            </a:br>
            <a:endParaRPr kumimoji="1" lang="ja-JP" altLang="en-US"/>
          </a:p>
        </p:txBody>
      </p:sp>
      <p:sp>
        <p:nvSpPr>
          <p:cNvPr id="2" name="正方形/長方形 1">
            <a:extLst>
              <a:ext uri="{FF2B5EF4-FFF2-40B4-BE49-F238E27FC236}">
                <a16:creationId xmlns:a16="http://schemas.microsoft.com/office/drawing/2014/main" id="{06AB66E9-3B7D-8925-6408-1061FA38A65C}"/>
              </a:ext>
            </a:extLst>
          </p:cNvPr>
          <p:cNvSpPr/>
          <p:nvPr userDrawn="1"/>
        </p:nvSpPr>
        <p:spPr>
          <a:xfrm>
            <a:off x="182186" y="381633"/>
            <a:ext cx="1193215" cy="199385"/>
          </a:xfrm>
          <a:prstGeom prst="rect">
            <a:avLst/>
          </a:prstGeom>
          <a:noFill/>
          <a:ln>
            <a:solidFill>
              <a:srgbClr val="B81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a:solidFill>
                  <a:srgbClr val="B81C22"/>
                </a:solidFill>
                <a:latin typeface="Meiryo UI" panose="020B0604030504040204" pitchFamily="50" charset="-128"/>
                <a:ea typeface="Meiryo UI" panose="020B0604030504040204" pitchFamily="50" charset="-128"/>
              </a:rPr>
              <a:t>Confidential</a:t>
            </a:r>
            <a:endParaRPr lang="ja-JP" altLang="en-US" sz="1200" b="1">
              <a:solidFill>
                <a:srgbClr val="B81C22"/>
              </a:solidFill>
              <a:latin typeface="Meiryo UI" panose="020B0604030504040204" pitchFamily="50" charset="-128"/>
              <a:ea typeface="Meiryo UI" panose="020B0604030504040204" pitchFamily="50" charset="-128"/>
            </a:endParaRPr>
          </a:p>
        </p:txBody>
      </p:sp>
      <p:sp>
        <p:nvSpPr>
          <p:cNvPr id="4" name="テキスト プレースホルダー 2">
            <a:extLst>
              <a:ext uri="{FF2B5EF4-FFF2-40B4-BE49-F238E27FC236}">
                <a16:creationId xmlns:a16="http://schemas.microsoft.com/office/drawing/2014/main" id="{58AFFAC8-5626-8606-D887-8C7F97921860}"/>
              </a:ext>
            </a:extLst>
          </p:cNvPr>
          <p:cNvSpPr txBox="1">
            <a:spLocks/>
          </p:cNvSpPr>
          <p:nvPr userDrawn="1"/>
        </p:nvSpPr>
        <p:spPr>
          <a:xfrm>
            <a:off x="5" y="-2461"/>
            <a:ext cx="1548000" cy="220551"/>
          </a:xfrm>
          <a:prstGeom prst="rect">
            <a:avLst/>
          </a:prstGeom>
          <a:solidFill>
            <a:srgbClr val="74B22B"/>
          </a:solidFill>
        </p:spPr>
        <p:txBody>
          <a:bodyPr wrap="none" lIns="144000" tIns="33231" rIns="144000" bIns="33231" anchor="ctr" anchorCtr="1">
            <a:noAutofit/>
          </a:bodyPr>
          <a:lstStyle>
            <a:lvl1pPr marL="0" indent="0" algn="l" defTabSz="914400" rtl="0" eaLnBrk="1" latinLnBrk="0" hangingPunct="1">
              <a:lnSpc>
                <a:spcPct val="90000"/>
              </a:lnSpc>
              <a:spcBef>
                <a:spcPts val="1000"/>
              </a:spcBef>
              <a:buFont typeface="Arial" panose="020B0604020202020204" pitchFamily="34" charset="0"/>
              <a:buNone/>
              <a:defRPr kumimoji="1" sz="12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108">
                <a:latin typeface="Meiryo UI" panose="020B0604030504040204" pitchFamily="50" charset="-128"/>
                <a:ea typeface="Meiryo UI" panose="020B0604030504040204" pitchFamily="50" charset="-128"/>
              </a:rPr>
              <a:t>XXXXXX </a:t>
            </a:r>
            <a:r>
              <a:rPr lang="en-US" altLang="ja-JP" sz="1200" b="0" baseline="0">
                <a:latin typeface="Meiryo UI" panose="020B0604030504040204" pitchFamily="50" charset="-128"/>
                <a:ea typeface="Meiryo UI" panose="020B0604030504040204" pitchFamily="50" charset="-128"/>
              </a:rPr>
              <a:t>Series</a:t>
            </a:r>
            <a:endParaRPr lang="ja-JP" altLang="en-US" sz="1200" b="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074789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ending">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E8A95319-EBB1-5E4D-B10E-619C4C413841}"/>
              </a:ext>
            </a:extLst>
          </p:cNvPr>
          <p:cNvPicPr>
            <a:picLocks noChangeAspect="1"/>
          </p:cNvPicPr>
          <p:nvPr userDrawn="1"/>
        </p:nvPicPr>
        <p:blipFill>
          <a:blip r:embed="rId2"/>
          <a:stretch>
            <a:fillRect/>
          </a:stretch>
        </p:blipFill>
        <p:spPr>
          <a:xfrm>
            <a:off x="567027" y="3073400"/>
            <a:ext cx="2514600" cy="711200"/>
          </a:xfrm>
          <a:prstGeom prst="rect">
            <a:avLst/>
          </a:prstGeom>
        </p:spPr>
      </p:pic>
    </p:spTree>
    <p:extLst>
      <p:ext uri="{BB962C8B-B14F-4D97-AF65-F5344CB8AC3E}">
        <p14:creationId xmlns:p14="http://schemas.microsoft.com/office/powerpoint/2010/main" val="3968128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8155483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7"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スライド番号プレースホルダー 2"/>
          <p:cNvSpPr>
            <a:spLocks noGrp="1"/>
          </p:cNvSpPr>
          <p:nvPr>
            <p:ph type="sldNum" sz="quarter" idx="4"/>
          </p:nvPr>
        </p:nvSpPr>
        <p:spPr>
          <a:xfrm>
            <a:off x="11882517" y="6596763"/>
            <a:ext cx="323447" cy="261247"/>
          </a:xfrm>
          <a:prstGeom prst="rect">
            <a:avLst/>
          </a:prstGeom>
        </p:spPr>
        <p:txBody>
          <a:bodyPr/>
          <a:lstStyle>
            <a:lvl1pPr>
              <a:defRPr sz="740"/>
            </a:lvl1pPr>
          </a:lstStyle>
          <a:p>
            <a:fld id="{19FF75DF-7FDB-DF48-865B-1099646D8BB7}" type="slidenum">
              <a:rPr lang="ja-JP" altLang="en-US" smtClean="0"/>
              <a:pPr/>
              <a:t>‹#›</a:t>
            </a:fld>
            <a:endParaRPr lang="ja-JP" altLang="en-US"/>
          </a:p>
        </p:txBody>
      </p:sp>
    </p:spTree>
    <p:extLst>
      <p:ext uri="{BB962C8B-B14F-4D97-AF65-F5344CB8AC3E}">
        <p14:creationId xmlns:p14="http://schemas.microsoft.com/office/powerpoint/2010/main" val="1293560282"/>
      </p:ext>
    </p:extLst>
  </p:cSld>
  <p:clrMap bg1="lt1" tx1="dk1" bg2="lt2" tx2="dk2" accent1="accent1" accent2="accent2" accent3="accent3" accent4="accent4" accent5="accent5" accent6="accent6" hlink="hlink" folHlink="folHlink"/>
  <p:sldLayoutIdLst>
    <p:sldLayoutId id="2147483707" r:id="rId1"/>
    <p:sldLayoutId id="2147483713" r:id="rId2"/>
  </p:sldLayoutIdLst>
  <p:hf hdr="0" ftr="0" dt="0"/>
  <p:txStyles>
    <p:titleStyle>
      <a:lvl1pPr algn="l" defTabSz="1125444" rtl="0" eaLnBrk="1" latinLnBrk="0" hangingPunct="1">
        <a:lnSpc>
          <a:spcPct val="90000"/>
        </a:lnSpc>
        <a:spcBef>
          <a:spcPct val="0"/>
        </a:spcBef>
        <a:buNone/>
        <a:defRPr kumimoji="1" sz="5416" kern="1200">
          <a:solidFill>
            <a:schemeClr val="tx1"/>
          </a:solidFill>
          <a:latin typeface="+mj-lt"/>
          <a:ea typeface="+mj-ea"/>
          <a:cs typeface="+mj-cs"/>
        </a:defRPr>
      </a:lvl1pPr>
    </p:titleStyle>
    <p:bodyStyle>
      <a:lvl1pPr marL="281361" indent="-281361" algn="l" defTabSz="1125444" rtl="0" eaLnBrk="1" latinLnBrk="0" hangingPunct="1">
        <a:lnSpc>
          <a:spcPct val="90000"/>
        </a:lnSpc>
        <a:spcBef>
          <a:spcPts val="1231"/>
        </a:spcBef>
        <a:buFont typeface="Arial" panose="020B0604020202020204" pitchFamily="34" charset="0"/>
        <a:buChar char="•"/>
        <a:defRPr kumimoji="1" sz="3446" kern="1200">
          <a:solidFill>
            <a:schemeClr val="tx1"/>
          </a:solidFill>
          <a:latin typeface="+mn-lt"/>
          <a:ea typeface="+mn-ea"/>
          <a:cs typeface="+mn-cs"/>
        </a:defRPr>
      </a:lvl1pPr>
      <a:lvl2pPr marL="844083" indent="-281361" algn="l" defTabSz="1125444" rtl="0" eaLnBrk="1" latinLnBrk="0" hangingPunct="1">
        <a:lnSpc>
          <a:spcPct val="90000"/>
        </a:lnSpc>
        <a:spcBef>
          <a:spcPts val="615"/>
        </a:spcBef>
        <a:buFont typeface="Arial" panose="020B0604020202020204" pitchFamily="34" charset="0"/>
        <a:buChar char="•"/>
        <a:defRPr kumimoji="1" sz="2954" kern="1200">
          <a:solidFill>
            <a:schemeClr val="tx1"/>
          </a:solidFill>
          <a:latin typeface="+mn-lt"/>
          <a:ea typeface="+mn-ea"/>
          <a:cs typeface="+mn-cs"/>
        </a:defRPr>
      </a:lvl2pPr>
      <a:lvl3pPr marL="1406804" indent="-281361" algn="l" defTabSz="1125444" rtl="0" eaLnBrk="1" latinLnBrk="0" hangingPunct="1">
        <a:lnSpc>
          <a:spcPct val="90000"/>
        </a:lnSpc>
        <a:spcBef>
          <a:spcPts val="615"/>
        </a:spcBef>
        <a:buFont typeface="Arial" panose="020B0604020202020204" pitchFamily="34" charset="0"/>
        <a:buChar char="•"/>
        <a:defRPr kumimoji="1" sz="2462" kern="1200">
          <a:solidFill>
            <a:schemeClr val="tx1"/>
          </a:solidFill>
          <a:latin typeface="+mn-lt"/>
          <a:ea typeface="+mn-ea"/>
          <a:cs typeface="+mn-cs"/>
        </a:defRPr>
      </a:lvl3pPr>
      <a:lvl4pPr marL="1969526" indent="-281361" algn="l" defTabSz="1125444" rtl="0" eaLnBrk="1" latinLnBrk="0" hangingPunct="1">
        <a:lnSpc>
          <a:spcPct val="90000"/>
        </a:lnSpc>
        <a:spcBef>
          <a:spcPts val="615"/>
        </a:spcBef>
        <a:buFont typeface="Arial" panose="020B0604020202020204" pitchFamily="34" charset="0"/>
        <a:buChar char="•"/>
        <a:defRPr kumimoji="1" sz="2215" kern="1200">
          <a:solidFill>
            <a:schemeClr val="tx1"/>
          </a:solidFill>
          <a:latin typeface="+mn-lt"/>
          <a:ea typeface="+mn-ea"/>
          <a:cs typeface="+mn-cs"/>
        </a:defRPr>
      </a:lvl4pPr>
      <a:lvl5pPr marL="2532248" indent="-281361" algn="l" defTabSz="1125444" rtl="0" eaLnBrk="1" latinLnBrk="0" hangingPunct="1">
        <a:lnSpc>
          <a:spcPct val="90000"/>
        </a:lnSpc>
        <a:spcBef>
          <a:spcPts val="615"/>
        </a:spcBef>
        <a:buFont typeface="Arial" panose="020B0604020202020204" pitchFamily="34" charset="0"/>
        <a:buChar char="•"/>
        <a:defRPr kumimoji="1" sz="2215" kern="1200">
          <a:solidFill>
            <a:schemeClr val="tx1"/>
          </a:solidFill>
          <a:latin typeface="+mn-lt"/>
          <a:ea typeface="+mn-ea"/>
          <a:cs typeface="+mn-cs"/>
        </a:defRPr>
      </a:lvl5pPr>
      <a:lvl6pPr marL="3094970" indent="-281361" algn="l" defTabSz="1125444" rtl="0" eaLnBrk="1" latinLnBrk="0" hangingPunct="1">
        <a:lnSpc>
          <a:spcPct val="90000"/>
        </a:lnSpc>
        <a:spcBef>
          <a:spcPts val="615"/>
        </a:spcBef>
        <a:buFont typeface="Arial" panose="020B0604020202020204" pitchFamily="34" charset="0"/>
        <a:buChar char="•"/>
        <a:defRPr kumimoji="1" sz="2215" kern="1200">
          <a:solidFill>
            <a:schemeClr val="tx1"/>
          </a:solidFill>
          <a:latin typeface="+mn-lt"/>
          <a:ea typeface="+mn-ea"/>
          <a:cs typeface="+mn-cs"/>
        </a:defRPr>
      </a:lvl6pPr>
      <a:lvl7pPr marL="3657691" indent="-281361" algn="l" defTabSz="1125444" rtl="0" eaLnBrk="1" latinLnBrk="0" hangingPunct="1">
        <a:lnSpc>
          <a:spcPct val="90000"/>
        </a:lnSpc>
        <a:spcBef>
          <a:spcPts val="615"/>
        </a:spcBef>
        <a:buFont typeface="Arial" panose="020B0604020202020204" pitchFamily="34" charset="0"/>
        <a:buChar char="•"/>
        <a:defRPr kumimoji="1" sz="2215" kern="1200">
          <a:solidFill>
            <a:schemeClr val="tx1"/>
          </a:solidFill>
          <a:latin typeface="+mn-lt"/>
          <a:ea typeface="+mn-ea"/>
          <a:cs typeface="+mn-cs"/>
        </a:defRPr>
      </a:lvl7pPr>
      <a:lvl8pPr marL="4220413" indent="-281361" algn="l" defTabSz="1125444" rtl="0" eaLnBrk="1" latinLnBrk="0" hangingPunct="1">
        <a:lnSpc>
          <a:spcPct val="90000"/>
        </a:lnSpc>
        <a:spcBef>
          <a:spcPts val="615"/>
        </a:spcBef>
        <a:buFont typeface="Arial" panose="020B0604020202020204" pitchFamily="34" charset="0"/>
        <a:buChar char="•"/>
        <a:defRPr kumimoji="1" sz="2215" kern="1200">
          <a:solidFill>
            <a:schemeClr val="tx1"/>
          </a:solidFill>
          <a:latin typeface="+mn-lt"/>
          <a:ea typeface="+mn-ea"/>
          <a:cs typeface="+mn-cs"/>
        </a:defRPr>
      </a:lvl8pPr>
      <a:lvl9pPr marL="4783135" indent="-281361" algn="l" defTabSz="1125444" rtl="0" eaLnBrk="1" latinLnBrk="0" hangingPunct="1">
        <a:lnSpc>
          <a:spcPct val="90000"/>
        </a:lnSpc>
        <a:spcBef>
          <a:spcPts val="615"/>
        </a:spcBef>
        <a:buFont typeface="Arial" panose="020B0604020202020204" pitchFamily="34" charset="0"/>
        <a:buChar char="•"/>
        <a:defRPr kumimoji="1" sz="2215" kern="1200">
          <a:solidFill>
            <a:schemeClr val="tx1"/>
          </a:solidFill>
          <a:latin typeface="+mn-lt"/>
          <a:ea typeface="+mn-ea"/>
          <a:cs typeface="+mn-cs"/>
        </a:defRPr>
      </a:lvl9pPr>
    </p:bodyStyle>
    <p:otherStyle>
      <a:defPPr>
        <a:defRPr lang="ja-JP"/>
      </a:defPPr>
      <a:lvl1pPr marL="0" algn="l" defTabSz="1125444" rtl="0" eaLnBrk="1" latinLnBrk="0" hangingPunct="1">
        <a:defRPr kumimoji="1" sz="2215" kern="1200">
          <a:solidFill>
            <a:schemeClr val="tx1"/>
          </a:solidFill>
          <a:latin typeface="+mn-lt"/>
          <a:ea typeface="+mn-ea"/>
          <a:cs typeface="+mn-cs"/>
        </a:defRPr>
      </a:lvl1pPr>
      <a:lvl2pPr marL="562722" algn="l" defTabSz="1125444" rtl="0" eaLnBrk="1" latinLnBrk="0" hangingPunct="1">
        <a:defRPr kumimoji="1" sz="2215" kern="1200">
          <a:solidFill>
            <a:schemeClr val="tx1"/>
          </a:solidFill>
          <a:latin typeface="+mn-lt"/>
          <a:ea typeface="+mn-ea"/>
          <a:cs typeface="+mn-cs"/>
        </a:defRPr>
      </a:lvl2pPr>
      <a:lvl3pPr marL="1125444" algn="l" defTabSz="1125444" rtl="0" eaLnBrk="1" latinLnBrk="0" hangingPunct="1">
        <a:defRPr kumimoji="1" sz="2215" kern="1200">
          <a:solidFill>
            <a:schemeClr val="tx1"/>
          </a:solidFill>
          <a:latin typeface="+mn-lt"/>
          <a:ea typeface="+mn-ea"/>
          <a:cs typeface="+mn-cs"/>
        </a:defRPr>
      </a:lvl3pPr>
      <a:lvl4pPr marL="1688165" algn="l" defTabSz="1125444" rtl="0" eaLnBrk="1" latinLnBrk="0" hangingPunct="1">
        <a:defRPr kumimoji="1" sz="2215" kern="1200">
          <a:solidFill>
            <a:schemeClr val="tx1"/>
          </a:solidFill>
          <a:latin typeface="+mn-lt"/>
          <a:ea typeface="+mn-ea"/>
          <a:cs typeface="+mn-cs"/>
        </a:defRPr>
      </a:lvl4pPr>
      <a:lvl5pPr marL="2250887" algn="l" defTabSz="1125444" rtl="0" eaLnBrk="1" latinLnBrk="0" hangingPunct="1">
        <a:defRPr kumimoji="1" sz="2215" kern="1200">
          <a:solidFill>
            <a:schemeClr val="tx1"/>
          </a:solidFill>
          <a:latin typeface="+mn-lt"/>
          <a:ea typeface="+mn-ea"/>
          <a:cs typeface="+mn-cs"/>
        </a:defRPr>
      </a:lvl5pPr>
      <a:lvl6pPr marL="2813609" algn="l" defTabSz="1125444" rtl="0" eaLnBrk="1" latinLnBrk="0" hangingPunct="1">
        <a:defRPr kumimoji="1" sz="2215" kern="1200">
          <a:solidFill>
            <a:schemeClr val="tx1"/>
          </a:solidFill>
          <a:latin typeface="+mn-lt"/>
          <a:ea typeface="+mn-ea"/>
          <a:cs typeface="+mn-cs"/>
        </a:defRPr>
      </a:lvl6pPr>
      <a:lvl7pPr marL="3376331" algn="l" defTabSz="1125444" rtl="0" eaLnBrk="1" latinLnBrk="0" hangingPunct="1">
        <a:defRPr kumimoji="1" sz="2215" kern="1200">
          <a:solidFill>
            <a:schemeClr val="tx1"/>
          </a:solidFill>
          <a:latin typeface="+mn-lt"/>
          <a:ea typeface="+mn-ea"/>
          <a:cs typeface="+mn-cs"/>
        </a:defRPr>
      </a:lvl7pPr>
      <a:lvl8pPr marL="3939052" algn="l" defTabSz="1125444" rtl="0" eaLnBrk="1" latinLnBrk="0" hangingPunct="1">
        <a:defRPr kumimoji="1" sz="2215" kern="1200">
          <a:solidFill>
            <a:schemeClr val="tx1"/>
          </a:solidFill>
          <a:latin typeface="+mn-lt"/>
          <a:ea typeface="+mn-ea"/>
          <a:cs typeface="+mn-cs"/>
        </a:defRPr>
      </a:lvl8pPr>
      <a:lvl9pPr marL="4501774" algn="l" defTabSz="1125444" rtl="0" eaLnBrk="1" latinLnBrk="0" hangingPunct="1">
        <a:defRPr kumimoji="1" sz="2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308709" y="604394"/>
            <a:ext cx="11573802" cy="638885"/>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1" y="1538199"/>
            <a:ext cx="10515600" cy="4638765"/>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スライド番号プレースホルダー 5"/>
          <p:cNvSpPr>
            <a:spLocks noGrp="1"/>
          </p:cNvSpPr>
          <p:nvPr>
            <p:ph type="sldNum" sz="quarter" idx="4"/>
          </p:nvPr>
        </p:nvSpPr>
        <p:spPr>
          <a:xfrm>
            <a:off x="11919675" y="6596754"/>
            <a:ext cx="262800" cy="261247"/>
          </a:xfrm>
          <a:prstGeom prst="rect">
            <a:avLst/>
          </a:prstGeom>
          <a:noFill/>
        </p:spPr>
        <p:txBody>
          <a:bodyPr vert="horz" wrap="none" lIns="0" tIns="68400" rIns="0" bIns="68400" rtlCol="0" anchor="ctr">
            <a:noAutofit/>
          </a:bodyPr>
          <a:lstStyle>
            <a:lvl1pPr algn="ctr">
              <a:defRPr sz="985" b="0">
                <a:solidFill>
                  <a:schemeClr val="tx1"/>
                </a:solidFill>
                <a:latin typeface="Meiryo UI" panose="020B0604030504040204" pitchFamily="50" charset="-128"/>
                <a:ea typeface="Meiryo UI" panose="020B0604030504040204" pitchFamily="50" charset="-128"/>
              </a:defRPr>
            </a:lvl1pPr>
          </a:lstStyle>
          <a:p>
            <a:fld id="{19FF75DF-7FDB-DF48-865B-1099646D8BB7}" type="slidenum">
              <a:rPr lang="ja-JP" altLang="en-US" smtClean="0"/>
              <a:pPr/>
              <a:t>‹#›</a:t>
            </a:fld>
            <a:endParaRPr lang="ja-JP" altLang="en-US"/>
          </a:p>
        </p:txBody>
      </p:sp>
      <p:sp>
        <p:nvSpPr>
          <p:cNvPr id="7" name="正方形/長方形 6">
            <a:extLst>
              <a:ext uri="{FF2B5EF4-FFF2-40B4-BE49-F238E27FC236}">
                <a16:creationId xmlns:a16="http://schemas.microsoft.com/office/drawing/2014/main" id="{77F51CCB-EFB9-49BB-B6C7-64EF24E31AE9}"/>
              </a:ext>
            </a:extLst>
          </p:cNvPr>
          <p:cNvSpPr/>
          <p:nvPr userDrawn="1"/>
        </p:nvSpPr>
        <p:spPr>
          <a:xfrm>
            <a:off x="0" y="6680387"/>
            <a:ext cx="12192000" cy="177613"/>
          </a:xfrm>
          <a:prstGeom prst="rect">
            <a:avLst/>
          </a:prstGeom>
        </p:spPr>
        <p:txBody>
          <a:bodyPr wrap="square" rIns="0">
            <a:spAutoFit/>
          </a:bodyPr>
          <a:lstStyle/>
          <a:p>
            <a:pPr algn="ctr"/>
            <a:r>
              <a:rPr kumimoji="1" lang="en-US" altLang="ja-JP" sz="554" b="0">
                <a:solidFill>
                  <a:srgbClr val="9C9C9C"/>
                </a:solidFill>
                <a:latin typeface="Meiryo UI" panose="020B0604030504040204" pitchFamily="50" charset="-128"/>
                <a:ea typeface="Meiryo UI" panose="020B0604030504040204" pitchFamily="50" charset="-128"/>
              </a:rPr>
              <a:t>XXX-X-00000X</a:t>
            </a:r>
            <a:r>
              <a:rPr kumimoji="1" lang="ja-JP" altLang="en-US" sz="554" b="0">
                <a:solidFill>
                  <a:srgbClr val="9C9C9C"/>
                </a:solidFill>
                <a:latin typeface="Meiryo UI" panose="020B0604030504040204" pitchFamily="50" charset="-128"/>
                <a:ea typeface="Meiryo UI" panose="020B0604030504040204" pitchFamily="50" charset="-128"/>
              </a:rPr>
              <a:t>　</a:t>
            </a:r>
            <a:r>
              <a:rPr kumimoji="1" lang="en-US" altLang="ja-JP" sz="554" b="0">
                <a:solidFill>
                  <a:srgbClr val="9C9C9C"/>
                </a:solidFill>
                <a:latin typeface="Meiryo UI" panose="020B0604030504040204" pitchFamily="50" charset="-128"/>
                <a:ea typeface="Meiryo UI" panose="020B0604030504040204" pitchFamily="50" charset="-128"/>
              </a:rPr>
              <a:t>Issued: XXX. 00, 20XX</a:t>
            </a:r>
            <a:r>
              <a:rPr kumimoji="1" lang="ja-JP" altLang="en-US" sz="554" b="0">
                <a:solidFill>
                  <a:srgbClr val="9C9C9C"/>
                </a:solidFill>
                <a:latin typeface="Meiryo UI" panose="020B0604030504040204" pitchFamily="50" charset="-128"/>
                <a:ea typeface="Meiryo UI" panose="020B0604030504040204" pitchFamily="50" charset="-128"/>
              </a:rPr>
              <a:t>　</a:t>
            </a:r>
            <a:r>
              <a:rPr lang="en-US" altLang="ja-JP" sz="554" b="0">
                <a:solidFill>
                  <a:srgbClr val="989898"/>
                </a:solidFill>
                <a:latin typeface="Meiryo UI" panose="020B0604030504040204" pitchFamily="50" charset="-128"/>
                <a:ea typeface="Meiryo UI" panose="020B0604030504040204" pitchFamily="50" charset="-128"/>
              </a:rPr>
              <a:t>© 201X HIROSE ELECTRIC CO., LTD. All rights reserved.</a:t>
            </a:r>
            <a:r>
              <a:rPr lang="ja-JP" altLang="en-US" sz="554" b="0">
                <a:solidFill>
                  <a:srgbClr val="989898"/>
                </a:solidFill>
                <a:latin typeface="Meiryo UI" panose="020B0604030504040204" pitchFamily="50" charset="-128"/>
                <a:ea typeface="Meiryo UI" panose="020B0604030504040204" pitchFamily="50" charset="-128"/>
              </a:rPr>
              <a:t>　予告なく、仕様を変更する場合がございますので、詳細の仕様につきましては弊社窓口へお問い合わせ頂きますようお願い申し上げます。</a:t>
            </a:r>
          </a:p>
        </p:txBody>
      </p:sp>
    </p:spTree>
    <p:extLst>
      <p:ext uri="{BB962C8B-B14F-4D97-AF65-F5344CB8AC3E}">
        <p14:creationId xmlns:p14="http://schemas.microsoft.com/office/powerpoint/2010/main" val="792799099"/>
      </p:ext>
    </p:extLst>
  </p:cSld>
  <p:clrMap bg1="lt1" tx1="dk1" bg2="lt2" tx2="dk2" accent1="accent1" accent2="accent2" accent3="accent3" accent4="accent4" accent5="accent5" accent6="accent6" hlink="hlink" folHlink="folHlink"/>
  <p:sldLayoutIdLst>
    <p:sldLayoutId id="2147483691" r:id="rId1"/>
    <p:sldLayoutId id="2147483716" r:id="rId2"/>
    <p:sldLayoutId id="2147483717" r:id="rId3"/>
    <p:sldLayoutId id="2147483718" r:id="rId4"/>
    <p:sldLayoutId id="2147483715" r:id="rId5"/>
    <p:sldLayoutId id="2147483720" r:id="rId6"/>
  </p:sldLayoutIdLst>
  <p:hf hdr="0" ftr="0" dt="0"/>
  <p:txStyles>
    <p:titleStyle>
      <a:lvl1pPr algn="l" defTabSz="1125444" rtl="0" eaLnBrk="1" latinLnBrk="0" hangingPunct="1">
        <a:lnSpc>
          <a:spcPct val="90000"/>
        </a:lnSpc>
        <a:spcBef>
          <a:spcPct val="0"/>
        </a:spcBef>
        <a:buNone/>
        <a:defRPr kumimoji="1" lang="ja-JP" altLang="en-US" sz="3446" b="1" kern="1200" dirty="0">
          <a:solidFill>
            <a:schemeClr val="tx2"/>
          </a:solidFill>
          <a:latin typeface="Meiryo UI" panose="020B0604030504040204" pitchFamily="50" charset="-128"/>
          <a:ea typeface="Meiryo UI" panose="020B0604030504040204" pitchFamily="50" charset="-128"/>
          <a:cs typeface="+mj-cs"/>
        </a:defRPr>
      </a:lvl1pPr>
    </p:titleStyle>
    <p:bodyStyle>
      <a:lvl1pPr marL="222744" indent="-222744" algn="l" defTabSz="1125444" rtl="0" eaLnBrk="1" latinLnBrk="0" hangingPunct="1">
        <a:lnSpc>
          <a:spcPct val="90000"/>
        </a:lnSpc>
        <a:spcBef>
          <a:spcPts val="1231"/>
        </a:spcBef>
        <a:buFont typeface="Arial"/>
        <a:buChar char="•"/>
        <a:defRPr kumimoji="1" sz="2708" b="1" kern="1200">
          <a:solidFill>
            <a:schemeClr val="tx1"/>
          </a:solidFill>
          <a:latin typeface="Meiryo UI" panose="020B0604030504040204" pitchFamily="50" charset="-128"/>
          <a:ea typeface="Meiryo UI" panose="020B0604030504040204" pitchFamily="50" charset="-128"/>
          <a:cs typeface="+mn-cs"/>
        </a:defRPr>
      </a:lvl1pPr>
      <a:lvl2pPr marL="550998" indent="-211021" algn="l" defTabSz="1125444" rtl="0" eaLnBrk="1" latinLnBrk="0" hangingPunct="1">
        <a:lnSpc>
          <a:spcPct val="90000"/>
        </a:lnSpc>
        <a:spcBef>
          <a:spcPts val="615"/>
        </a:spcBef>
        <a:buFont typeface="Arial"/>
        <a:buChar char="•"/>
        <a:defRPr kumimoji="1" sz="1969" b="1" kern="1200">
          <a:solidFill>
            <a:schemeClr val="tx1"/>
          </a:solidFill>
          <a:latin typeface="Meiryo UI" panose="020B0604030504040204" pitchFamily="50" charset="-128"/>
          <a:ea typeface="Meiryo UI" panose="020B0604030504040204" pitchFamily="50" charset="-128"/>
          <a:cs typeface="+mn-cs"/>
        </a:defRPr>
      </a:lvl2pPr>
      <a:lvl3pPr marL="773742" indent="-199297" algn="l" defTabSz="1125444" rtl="0" eaLnBrk="1" latinLnBrk="0" hangingPunct="1">
        <a:lnSpc>
          <a:spcPct val="90000"/>
        </a:lnSpc>
        <a:spcBef>
          <a:spcPts val="615"/>
        </a:spcBef>
        <a:buFont typeface="Arial"/>
        <a:buChar char="•"/>
        <a:defRPr kumimoji="1" sz="1477" b="1" kern="1200">
          <a:solidFill>
            <a:schemeClr val="tx1"/>
          </a:solidFill>
          <a:latin typeface="Meiryo UI" panose="020B0604030504040204" pitchFamily="50" charset="-128"/>
          <a:ea typeface="Meiryo UI" panose="020B0604030504040204" pitchFamily="50" charset="-128"/>
          <a:cs typeface="+mn-cs"/>
        </a:defRPr>
      </a:lvl3pPr>
      <a:lvl4pPr marL="996486" indent="-187574" algn="l" defTabSz="1125444" rtl="0" eaLnBrk="1" latinLnBrk="0" hangingPunct="1">
        <a:lnSpc>
          <a:spcPct val="90000"/>
        </a:lnSpc>
        <a:spcBef>
          <a:spcPts val="615"/>
        </a:spcBef>
        <a:buFont typeface="Arial"/>
        <a:buChar char="•"/>
        <a:defRPr kumimoji="1" sz="1231" kern="1200">
          <a:solidFill>
            <a:schemeClr val="tx1"/>
          </a:solidFill>
          <a:latin typeface="Meiryo UI" panose="020B0604030504040204" pitchFamily="50" charset="-128"/>
          <a:ea typeface="Meiryo UI" panose="020B0604030504040204" pitchFamily="50" charset="-128"/>
          <a:cs typeface="+mn-cs"/>
        </a:defRPr>
      </a:lvl4pPr>
      <a:lvl5pPr marL="1219230" indent="-175851" algn="l" defTabSz="1125444" rtl="0" eaLnBrk="1" latinLnBrk="0" hangingPunct="1">
        <a:lnSpc>
          <a:spcPct val="90000"/>
        </a:lnSpc>
        <a:spcBef>
          <a:spcPts val="615"/>
        </a:spcBef>
        <a:buFont typeface="Arial"/>
        <a:buChar char="•"/>
        <a:defRPr kumimoji="1" sz="985" kern="1200">
          <a:solidFill>
            <a:schemeClr val="tx1"/>
          </a:solidFill>
          <a:latin typeface="Meiryo UI" panose="020B0604030504040204" pitchFamily="50" charset="-128"/>
          <a:ea typeface="Meiryo UI" panose="020B0604030504040204" pitchFamily="50" charset="-128"/>
          <a:cs typeface="+mn-cs"/>
        </a:defRPr>
      </a:lvl5pPr>
      <a:lvl6pPr marL="3094970" indent="-281361" algn="l" defTabSz="1125444" rtl="0" eaLnBrk="1" latinLnBrk="0" hangingPunct="1">
        <a:lnSpc>
          <a:spcPct val="90000"/>
        </a:lnSpc>
        <a:spcBef>
          <a:spcPts val="615"/>
        </a:spcBef>
        <a:buFont typeface="Arial"/>
        <a:buChar char="•"/>
        <a:defRPr kumimoji="1" sz="2215" kern="1200">
          <a:solidFill>
            <a:schemeClr val="tx1"/>
          </a:solidFill>
          <a:latin typeface="+mn-lt"/>
          <a:ea typeface="+mn-ea"/>
          <a:cs typeface="+mn-cs"/>
        </a:defRPr>
      </a:lvl6pPr>
      <a:lvl7pPr marL="3657691" indent="-281361" algn="l" defTabSz="1125444" rtl="0" eaLnBrk="1" latinLnBrk="0" hangingPunct="1">
        <a:lnSpc>
          <a:spcPct val="90000"/>
        </a:lnSpc>
        <a:spcBef>
          <a:spcPts val="615"/>
        </a:spcBef>
        <a:buFont typeface="Arial"/>
        <a:buChar char="•"/>
        <a:defRPr kumimoji="1" sz="2215" kern="1200">
          <a:solidFill>
            <a:schemeClr val="tx1"/>
          </a:solidFill>
          <a:latin typeface="+mn-lt"/>
          <a:ea typeface="+mn-ea"/>
          <a:cs typeface="+mn-cs"/>
        </a:defRPr>
      </a:lvl7pPr>
      <a:lvl8pPr marL="4220413" indent="-281361" algn="l" defTabSz="1125444" rtl="0" eaLnBrk="1" latinLnBrk="0" hangingPunct="1">
        <a:lnSpc>
          <a:spcPct val="90000"/>
        </a:lnSpc>
        <a:spcBef>
          <a:spcPts val="615"/>
        </a:spcBef>
        <a:buFont typeface="Arial"/>
        <a:buChar char="•"/>
        <a:defRPr kumimoji="1" sz="2215" kern="1200">
          <a:solidFill>
            <a:schemeClr val="tx1"/>
          </a:solidFill>
          <a:latin typeface="+mn-lt"/>
          <a:ea typeface="+mn-ea"/>
          <a:cs typeface="+mn-cs"/>
        </a:defRPr>
      </a:lvl8pPr>
      <a:lvl9pPr marL="4783135" indent="-281361" algn="l" defTabSz="1125444" rtl="0" eaLnBrk="1" latinLnBrk="0" hangingPunct="1">
        <a:lnSpc>
          <a:spcPct val="90000"/>
        </a:lnSpc>
        <a:spcBef>
          <a:spcPts val="615"/>
        </a:spcBef>
        <a:buFont typeface="Arial"/>
        <a:buChar char="•"/>
        <a:defRPr kumimoji="1" sz="2215" kern="1200">
          <a:solidFill>
            <a:schemeClr val="tx1"/>
          </a:solidFill>
          <a:latin typeface="+mn-lt"/>
          <a:ea typeface="+mn-ea"/>
          <a:cs typeface="+mn-cs"/>
        </a:defRPr>
      </a:lvl9pPr>
    </p:bodyStyle>
    <p:otherStyle>
      <a:defPPr>
        <a:defRPr lang="ja-JP"/>
      </a:defPPr>
      <a:lvl1pPr marL="0" algn="l" defTabSz="1125444" rtl="0" eaLnBrk="1" latinLnBrk="0" hangingPunct="1">
        <a:defRPr kumimoji="1" sz="2215" kern="1200">
          <a:solidFill>
            <a:schemeClr val="tx1"/>
          </a:solidFill>
          <a:latin typeface="+mn-lt"/>
          <a:ea typeface="+mn-ea"/>
          <a:cs typeface="+mn-cs"/>
        </a:defRPr>
      </a:lvl1pPr>
      <a:lvl2pPr marL="562722" algn="l" defTabSz="1125444" rtl="0" eaLnBrk="1" latinLnBrk="0" hangingPunct="1">
        <a:defRPr kumimoji="1" sz="2215" kern="1200">
          <a:solidFill>
            <a:schemeClr val="tx1"/>
          </a:solidFill>
          <a:latin typeface="+mn-lt"/>
          <a:ea typeface="+mn-ea"/>
          <a:cs typeface="+mn-cs"/>
        </a:defRPr>
      </a:lvl2pPr>
      <a:lvl3pPr marL="1125444" algn="l" defTabSz="1125444" rtl="0" eaLnBrk="1" latinLnBrk="0" hangingPunct="1">
        <a:defRPr kumimoji="1" sz="2215" kern="1200">
          <a:solidFill>
            <a:schemeClr val="tx1"/>
          </a:solidFill>
          <a:latin typeface="+mn-lt"/>
          <a:ea typeface="+mn-ea"/>
          <a:cs typeface="+mn-cs"/>
        </a:defRPr>
      </a:lvl3pPr>
      <a:lvl4pPr marL="1688165" algn="l" defTabSz="1125444" rtl="0" eaLnBrk="1" latinLnBrk="0" hangingPunct="1">
        <a:defRPr kumimoji="1" sz="2215" kern="1200">
          <a:solidFill>
            <a:schemeClr val="tx1"/>
          </a:solidFill>
          <a:latin typeface="+mn-lt"/>
          <a:ea typeface="+mn-ea"/>
          <a:cs typeface="+mn-cs"/>
        </a:defRPr>
      </a:lvl4pPr>
      <a:lvl5pPr marL="2250887" algn="l" defTabSz="1125444" rtl="0" eaLnBrk="1" latinLnBrk="0" hangingPunct="1">
        <a:defRPr kumimoji="1" sz="2215" kern="1200">
          <a:solidFill>
            <a:schemeClr val="tx1"/>
          </a:solidFill>
          <a:latin typeface="+mn-lt"/>
          <a:ea typeface="+mn-ea"/>
          <a:cs typeface="+mn-cs"/>
        </a:defRPr>
      </a:lvl5pPr>
      <a:lvl6pPr marL="2813609" algn="l" defTabSz="1125444" rtl="0" eaLnBrk="1" latinLnBrk="0" hangingPunct="1">
        <a:defRPr kumimoji="1" sz="2215" kern="1200">
          <a:solidFill>
            <a:schemeClr val="tx1"/>
          </a:solidFill>
          <a:latin typeface="+mn-lt"/>
          <a:ea typeface="+mn-ea"/>
          <a:cs typeface="+mn-cs"/>
        </a:defRPr>
      </a:lvl6pPr>
      <a:lvl7pPr marL="3376331" algn="l" defTabSz="1125444" rtl="0" eaLnBrk="1" latinLnBrk="0" hangingPunct="1">
        <a:defRPr kumimoji="1" sz="2215" kern="1200">
          <a:solidFill>
            <a:schemeClr val="tx1"/>
          </a:solidFill>
          <a:latin typeface="+mn-lt"/>
          <a:ea typeface="+mn-ea"/>
          <a:cs typeface="+mn-cs"/>
        </a:defRPr>
      </a:lvl7pPr>
      <a:lvl8pPr marL="3939052" algn="l" defTabSz="1125444" rtl="0" eaLnBrk="1" latinLnBrk="0" hangingPunct="1">
        <a:defRPr kumimoji="1" sz="2215" kern="1200">
          <a:solidFill>
            <a:schemeClr val="tx1"/>
          </a:solidFill>
          <a:latin typeface="+mn-lt"/>
          <a:ea typeface="+mn-ea"/>
          <a:cs typeface="+mn-cs"/>
        </a:defRPr>
      </a:lvl8pPr>
      <a:lvl9pPr marL="4501774" algn="l" defTabSz="1125444" rtl="0" eaLnBrk="1" latinLnBrk="0" hangingPunct="1">
        <a:defRPr kumimoji="1" sz="2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4937324"/>
      </p:ext>
    </p:extLst>
  </p:cSld>
  <p:clrMap bg1="lt1" tx1="dk1" bg2="lt2" tx2="dk2" accent1="accent1" accent2="accent2" accent3="accent3" accent4="accent4" accent5="accent5" accent6="accent6" hlink="hlink" folHlink="folHlink"/>
  <p:sldLayoutIdLst>
    <p:sldLayoutId id="2147483719" r:id="rId1"/>
  </p:sldLayoutIdLst>
  <p:hf hdr="0" ftr="0" dt="0"/>
  <p:txStyles>
    <p:titleStyle>
      <a:lvl1pPr algn="l" defTabSz="1125444" rtl="0" eaLnBrk="1" latinLnBrk="0" hangingPunct="1">
        <a:lnSpc>
          <a:spcPct val="90000"/>
        </a:lnSpc>
        <a:spcBef>
          <a:spcPct val="0"/>
        </a:spcBef>
        <a:buNone/>
        <a:defRPr kumimoji="1" lang="ja-JP" altLang="en-US" sz="3446" b="1" kern="1200" dirty="0">
          <a:solidFill>
            <a:schemeClr val="tx2"/>
          </a:solidFill>
          <a:latin typeface="+mj-lt"/>
          <a:ea typeface="+mj-ea"/>
          <a:cs typeface="+mj-cs"/>
        </a:defRPr>
      </a:lvl1pPr>
    </p:titleStyle>
    <p:bodyStyle>
      <a:lvl1pPr marL="222744" indent="-222744" algn="l" defTabSz="1125444" rtl="0" eaLnBrk="1" latinLnBrk="0" hangingPunct="1">
        <a:lnSpc>
          <a:spcPct val="90000"/>
        </a:lnSpc>
        <a:spcBef>
          <a:spcPts val="1231"/>
        </a:spcBef>
        <a:buFont typeface="Arial"/>
        <a:buChar char="•"/>
        <a:defRPr kumimoji="1" sz="2708" b="1" kern="1200">
          <a:solidFill>
            <a:schemeClr val="tx1"/>
          </a:solidFill>
          <a:latin typeface="+mn-lt"/>
          <a:ea typeface="+mn-ea"/>
          <a:cs typeface="+mn-cs"/>
        </a:defRPr>
      </a:lvl1pPr>
      <a:lvl2pPr marL="550998" indent="-211021" algn="l" defTabSz="1125444" rtl="0" eaLnBrk="1" latinLnBrk="0" hangingPunct="1">
        <a:lnSpc>
          <a:spcPct val="90000"/>
        </a:lnSpc>
        <a:spcBef>
          <a:spcPts val="615"/>
        </a:spcBef>
        <a:buFont typeface="Arial"/>
        <a:buChar char="•"/>
        <a:defRPr kumimoji="1" sz="1969" b="1" kern="1200">
          <a:solidFill>
            <a:schemeClr val="tx1"/>
          </a:solidFill>
          <a:latin typeface="+mn-lt"/>
          <a:ea typeface="+mn-ea"/>
          <a:cs typeface="+mn-cs"/>
        </a:defRPr>
      </a:lvl2pPr>
      <a:lvl3pPr marL="773742" indent="-199297" algn="l" defTabSz="1125444" rtl="0" eaLnBrk="1" latinLnBrk="0" hangingPunct="1">
        <a:lnSpc>
          <a:spcPct val="90000"/>
        </a:lnSpc>
        <a:spcBef>
          <a:spcPts val="615"/>
        </a:spcBef>
        <a:buFont typeface="Arial"/>
        <a:buChar char="•"/>
        <a:defRPr kumimoji="1" sz="1477" b="1" kern="1200">
          <a:solidFill>
            <a:schemeClr val="tx1"/>
          </a:solidFill>
          <a:latin typeface="+mn-lt"/>
          <a:ea typeface="+mn-ea"/>
          <a:cs typeface="+mn-cs"/>
        </a:defRPr>
      </a:lvl3pPr>
      <a:lvl4pPr marL="996486" indent="-187574" algn="l" defTabSz="1125444" rtl="0" eaLnBrk="1" latinLnBrk="0" hangingPunct="1">
        <a:lnSpc>
          <a:spcPct val="90000"/>
        </a:lnSpc>
        <a:spcBef>
          <a:spcPts val="615"/>
        </a:spcBef>
        <a:buFont typeface="Arial"/>
        <a:buChar char="•"/>
        <a:defRPr kumimoji="1" sz="1231" kern="1200">
          <a:solidFill>
            <a:schemeClr val="tx1"/>
          </a:solidFill>
          <a:latin typeface="+mn-lt"/>
          <a:ea typeface="+mn-ea"/>
          <a:cs typeface="+mn-cs"/>
        </a:defRPr>
      </a:lvl4pPr>
      <a:lvl5pPr marL="1219230" indent="-175851" algn="l" defTabSz="1125444" rtl="0" eaLnBrk="1" latinLnBrk="0" hangingPunct="1">
        <a:lnSpc>
          <a:spcPct val="90000"/>
        </a:lnSpc>
        <a:spcBef>
          <a:spcPts val="615"/>
        </a:spcBef>
        <a:buFont typeface="Arial"/>
        <a:buChar char="•"/>
        <a:defRPr kumimoji="1" sz="985" kern="1200">
          <a:solidFill>
            <a:schemeClr val="tx1"/>
          </a:solidFill>
          <a:latin typeface="+mn-lt"/>
          <a:ea typeface="+mn-ea"/>
          <a:cs typeface="+mn-cs"/>
        </a:defRPr>
      </a:lvl5pPr>
      <a:lvl6pPr marL="3094970" indent="-281361" algn="l" defTabSz="1125444" rtl="0" eaLnBrk="1" latinLnBrk="0" hangingPunct="1">
        <a:lnSpc>
          <a:spcPct val="90000"/>
        </a:lnSpc>
        <a:spcBef>
          <a:spcPts val="615"/>
        </a:spcBef>
        <a:buFont typeface="Arial"/>
        <a:buChar char="•"/>
        <a:defRPr kumimoji="1" sz="2215" kern="1200">
          <a:solidFill>
            <a:schemeClr val="tx1"/>
          </a:solidFill>
          <a:latin typeface="+mn-lt"/>
          <a:ea typeface="+mn-ea"/>
          <a:cs typeface="+mn-cs"/>
        </a:defRPr>
      </a:lvl6pPr>
      <a:lvl7pPr marL="3657691" indent="-281361" algn="l" defTabSz="1125444" rtl="0" eaLnBrk="1" latinLnBrk="0" hangingPunct="1">
        <a:lnSpc>
          <a:spcPct val="90000"/>
        </a:lnSpc>
        <a:spcBef>
          <a:spcPts val="615"/>
        </a:spcBef>
        <a:buFont typeface="Arial"/>
        <a:buChar char="•"/>
        <a:defRPr kumimoji="1" sz="2215" kern="1200">
          <a:solidFill>
            <a:schemeClr val="tx1"/>
          </a:solidFill>
          <a:latin typeface="+mn-lt"/>
          <a:ea typeface="+mn-ea"/>
          <a:cs typeface="+mn-cs"/>
        </a:defRPr>
      </a:lvl7pPr>
      <a:lvl8pPr marL="4220413" indent="-281361" algn="l" defTabSz="1125444" rtl="0" eaLnBrk="1" latinLnBrk="0" hangingPunct="1">
        <a:lnSpc>
          <a:spcPct val="90000"/>
        </a:lnSpc>
        <a:spcBef>
          <a:spcPts val="615"/>
        </a:spcBef>
        <a:buFont typeface="Arial"/>
        <a:buChar char="•"/>
        <a:defRPr kumimoji="1" sz="2215" kern="1200">
          <a:solidFill>
            <a:schemeClr val="tx1"/>
          </a:solidFill>
          <a:latin typeface="+mn-lt"/>
          <a:ea typeface="+mn-ea"/>
          <a:cs typeface="+mn-cs"/>
        </a:defRPr>
      </a:lvl8pPr>
      <a:lvl9pPr marL="4783135" indent="-281361" algn="l" defTabSz="1125444" rtl="0" eaLnBrk="1" latinLnBrk="0" hangingPunct="1">
        <a:lnSpc>
          <a:spcPct val="90000"/>
        </a:lnSpc>
        <a:spcBef>
          <a:spcPts val="615"/>
        </a:spcBef>
        <a:buFont typeface="Arial"/>
        <a:buChar char="•"/>
        <a:defRPr kumimoji="1" sz="2215" kern="1200">
          <a:solidFill>
            <a:schemeClr val="tx1"/>
          </a:solidFill>
          <a:latin typeface="+mn-lt"/>
          <a:ea typeface="+mn-ea"/>
          <a:cs typeface="+mn-cs"/>
        </a:defRPr>
      </a:lvl9pPr>
    </p:bodyStyle>
    <p:otherStyle>
      <a:defPPr>
        <a:defRPr lang="ja-JP"/>
      </a:defPPr>
      <a:lvl1pPr marL="0" algn="l" defTabSz="1125444" rtl="0" eaLnBrk="1" latinLnBrk="0" hangingPunct="1">
        <a:defRPr kumimoji="1" sz="2215" kern="1200">
          <a:solidFill>
            <a:schemeClr val="tx1"/>
          </a:solidFill>
          <a:latin typeface="+mn-lt"/>
          <a:ea typeface="+mn-ea"/>
          <a:cs typeface="+mn-cs"/>
        </a:defRPr>
      </a:lvl1pPr>
      <a:lvl2pPr marL="562722" algn="l" defTabSz="1125444" rtl="0" eaLnBrk="1" latinLnBrk="0" hangingPunct="1">
        <a:defRPr kumimoji="1" sz="2215" kern="1200">
          <a:solidFill>
            <a:schemeClr val="tx1"/>
          </a:solidFill>
          <a:latin typeface="+mn-lt"/>
          <a:ea typeface="+mn-ea"/>
          <a:cs typeface="+mn-cs"/>
        </a:defRPr>
      </a:lvl2pPr>
      <a:lvl3pPr marL="1125444" algn="l" defTabSz="1125444" rtl="0" eaLnBrk="1" latinLnBrk="0" hangingPunct="1">
        <a:defRPr kumimoji="1" sz="2215" kern="1200">
          <a:solidFill>
            <a:schemeClr val="tx1"/>
          </a:solidFill>
          <a:latin typeface="+mn-lt"/>
          <a:ea typeface="+mn-ea"/>
          <a:cs typeface="+mn-cs"/>
        </a:defRPr>
      </a:lvl3pPr>
      <a:lvl4pPr marL="1688165" algn="l" defTabSz="1125444" rtl="0" eaLnBrk="1" latinLnBrk="0" hangingPunct="1">
        <a:defRPr kumimoji="1" sz="2215" kern="1200">
          <a:solidFill>
            <a:schemeClr val="tx1"/>
          </a:solidFill>
          <a:latin typeface="+mn-lt"/>
          <a:ea typeface="+mn-ea"/>
          <a:cs typeface="+mn-cs"/>
        </a:defRPr>
      </a:lvl4pPr>
      <a:lvl5pPr marL="2250887" algn="l" defTabSz="1125444" rtl="0" eaLnBrk="1" latinLnBrk="0" hangingPunct="1">
        <a:defRPr kumimoji="1" sz="2215" kern="1200">
          <a:solidFill>
            <a:schemeClr val="tx1"/>
          </a:solidFill>
          <a:latin typeface="+mn-lt"/>
          <a:ea typeface="+mn-ea"/>
          <a:cs typeface="+mn-cs"/>
        </a:defRPr>
      </a:lvl5pPr>
      <a:lvl6pPr marL="2813609" algn="l" defTabSz="1125444" rtl="0" eaLnBrk="1" latinLnBrk="0" hangingPunct="1">
        <a:defRPr kumimoji="1" sz="2215" kern="1200">
          <a:solidFill>
            <a:schemeClr val="tx1"/>
          </a:solidFill>
          <a:latin typeface="+mn-lt"/>
          <a:ea typeface="+mn-ea"/>
          <a:cs typeface="+mn-cs"/>
        </a:defRPr>
      </a:lvl6pPr>
      <a:lvl7pPr marL="3376331" algn="l" defTabSz="1125444" rtl="0" eaLnBrk="1" latinLnBrk="0" hangingPunct="1">
        <a:defRPr kumimoji="1" sz="2215" kern="1200">
          <a:solidFill>
            <a:schemeClr val="tx1"/>
          </a:solidFill>
          <a:latin typeface="+mn-lt"/>
          <a:ea typeface="+mn-ea"/>
          <a:cs typeface="+mn-cs"/>
        </a:defRPr>
      </a:lvl7pPr>
      <a:lvl8pPr marL="3939052" algn="l" defTabSz="1125444" rtl="0" eaLnBrk="1" latinLnBrk="0" hangingPunct="1">
        <a:defRPr kumimoji="1" sz="2215" kern="1200">
          <a:solidFill>
            <a:schemeClr val="tx1"/>
          </a:solidFill>
          <a:latin typeface="+mn-lt"/>
          <a:ea typeface="+mn-ea"/>
          <a:cs typeface="+mn-cs"/>
        </a:defRPr>
      </a:lvl8pPr>
      <a:lvl9pPr marL="4501774" algn="l" defTabSz="1125444" rtl="0" eaLnBrk="1" latinLnBrk="0" hangingPunct="1">
        <a:defRPr kumimoji="1" sz="2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9.sv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線コネクタ 10"/>
          <p:cNvCxnSpPr>
            <a:cxnSpLocks/>
          </p:cNvCxnSpPr>
          <p:nvPr/>
        </p:nvCxnSpPr>
        <p:spPr>
          <a:xfrm>
            <a:off x="685800" y="1120407"/>
            <a:ext cx="4324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テキスト ボックス 11"/>
          <p:cNvSpPr txBox="1"/>
          <p:nvPr/>
        </p:nvSpPr>
        <p:spPr>
          <a:xfrm>
            <a:off x="914400" y="658742"/>
            <a:ext cx="4897677" cy="707886"/>
          </a:xfrm>
          <a:prstGeom prst="rect">
            <a:avLst/>
          </a:prstGeom>
          <a:noFill/>
        </p:spPr>
        <p:txBody>
          <a:bodyPr wrap="square" rtlCol="0">
            <a:spAutoFit/>
          </a:bodyPr>
          <a:lstStyle/>
          <a:p>
            <a:pPr>
              <a:defRPr/>
            </a:pPr>
            <a:r>
              <a:rPr lang="en-US" altLang="ja-JP" sz="2000">
                <a:latin typeface="Meiryo UI" panose="020B0604030504040204" pitchFamily="50" charset="-128"/>
                <a:ea typeface="Meiryo UI" panose="020B0604030504040204" pitchFamily="50" charset="-128"/>
              </a:rPr>
              <a:t>Prepared</a:t>
            </a:r>
            <a:r>
              <a:rPr lang="ja-JP" altLang="en-US" sz="2000">
                <a:latin typeface="Meiryo UI" panose="020B0604030504040204" pitchFamily="50" charset="-128"/>
                <a:ea typeface="Meiryo UI" panose="020B0604030504040204" pitchFamily="50" charset="-128"/>
              </a:rPr>
              <a:t> </a:t>
            </a:r>
            <a:r>
              <a:rPr lang="en-US" altLang="ja-JP" sz="2000">
                <a:latin typeface="Meiryo UI" panose="020B0604030504040204" pitchFamily="50" charset="-128"/>
                <a:ea typeface="Meiryo UI" panose="020B0604030504040204" pitchFamily="50" charset="-128"/>
              </a:rPr>
              <a:t>for</a:t>
            </a:r>
            <a:r>
              <a:rPr lang="ja-JP" altLang="en-US" sz="2000">
                <a:latin typeface="Meiryo UI" panose="020B0604030504040204" pitchFamily="50" charset="-128"/>
                <a:ea typeface="Meiryo UI" panose="020B0604030504040204" pitchFamily="50" charset="-128"/>
              </a:rPr>
              <a:t> </a:t>
            </a:r>
            <a:r>
              <a:rPr lang="en-US" altLang="ja-JP" sz="2000">
                <a:latin typeface="Meiryo UI" panose="020B0604030504040204" pitchFamily="50" charset="-128"/>
                <a:ea typeface="Meiryo UI" panose="020B0604030504040204" pitchFamily="50" charset="-128"/>
              </a:rPr>
              <a:t>ABCDE</a:t>
            </a:r>
            <a:r>
              <a:rPr lang="ja-JP" altLang="en-US" sz="2000">
                <a:latin typeface="Meiryo UI" panose="020B0604030504040204" pitchFamily="50" charset="-128"/>
                <a:ea typeface="Meiryo UI" panose="020B0604030504040204" pitchFamily="50" charset="-128"/>
              </a:rPr>
              <a:t> </a:t>
            </a:r>
            <a:r>
              <a:rPr lang="en-US" altLang="ja-JP" sz="2000">
                <a:latin typeface="Meiryo UI" panose="020B0604030504040204" pitchFamily="50" charset="-128"/>
                <a:ea typeface="Meiryo UI" panose="020B0604030504040204" pitchFamily="50" charset="-128"/>
              </a:rPr>
              <a:t>Company</a:t>
            </a:r>
            <a:endParaRPr lang="ja-JP" altLang="en-US" sz="2000">
              <a:latin typeface="Meiryo UI" panose="020B0604030504040204" pitchFamily="50" charset="-128"/>
              <a:ea typeface="Meiryo UI" panose="020B0604030504040204" pitchFamily="50" charset="-128"/>
            </a:endParaRPr>
          </a:p>
          <a:p>
            <a:pPr lvl="0">
              <a:defRPr/>
            </a:pPr>
            <a:endParaRPr kumimoji="1" lang="ja-JP" altLang="en-US" sz="2000">
              <a:latin typeface="Meiryo UI" panose="020B0604030504040204" pitchFamily="50" charset="-128"/>
              <a:ea typeface="Meiryo UI" panose="020B0604030504040204" pitchFamily="50" charset="-128"/>
            </a:endParaRPr>
          </a:p>
        </p:txBody>
      </p:sp>
      <p:pic>
        <p:nvPicPr>
          <p:cNvPr id="6" name="図 5"/>
          <p:cNvPicPr>
            <a:picLocks noChangeAspect="1"/>
          </p:cNvPicPr>
          <p:nvPr/>
        </p:nvPicPr>
        <p:blipFill rotWithShape="1">
          <a:blip r:embed="rId3" cstate="print">
            <a:extLst>
              <a:ext uri="{28A0092B-C50C-407E-A947-70E740481C1C}">
                <a14:useLocalDpi xmlns:a14="http://schemas.microsoft.com/office/drawing/2010/main" val="0"/>
              </a:ext>
            </a:extLst>
          </a:blip>
          <a:srcRect l="1653" t="10804" r="1653" b="13568"/>
          <a:stretch/>
        </p:blipFill>
        <p:spPr>
          <a:xfrm>
            <a:off x="1600199" y="2567394"/>
            <a:ext cx="8906257" cy="1093438"/>
          </a:xfrm>
          <a:prstGeom prst="rect">
            <a:avLst/>
          </a:prstGeom>
          <a:effectLst>
            <a:outerShdw blurRad="596900" dist="558800" dir="5400000" algn="t" rotWithShape="0">
              <a:prstClr val="black">
                <a:alpha val="30000"/>
              </a:prstClr>
            </a:outerShdw>
          </a:effectLst>
        </p:spPr>
      </p:pic>
      <p:sp>
        <p:nvSpPr>
          <p:cNvPr id="8" name="正方形/長方形 7"/>
          <p:cNvSpPr/>
          <p:nvPr/>
        </p:nvSpPr>
        <p:spPr>
          <a:xfrm>
            <a:off x="1600199" y="2877756"/>
            <a:ext cx="8906257" cy="584775"/>
          </a:xfrm>
          <a:prstGeom prst="rect">
            <a:avLst/>
          </a:prstGeom>
        </p:spPr>
        <p:txBody>
          <a:bodyPr wrap="square" lIns="91440" tIns="45720" rIns="91440" bIns="45720" anchor="t">
            <a:spAutoFit/>
          </a:bodyPr>
          <a:lstStyle/>
          <a:p>
            <a:pPr algn="ctr"/>
            <a:r>
              <a:rPr lang="ja-JP" altLang="en-US" sz="3200" b="1" dirty="0">
                <a:solidFill>
                  <a:schemeClr val="bg1"/>
                </a:solidFill>
                <a:latin typeface="Meiryo UI"/>
                <a:ea typeface="Meiryo UI"/>
              </a:rPr>
              <a:t>ヒロセWEB：環境証明書 既存機能移行</a:t>
            </a:r>
          </a:p>
        </p:txBody>
      </p:sp>
      <p:sp>
        <p:nvSpPr>
          <p:cNvPr id="9" name="テキスト ボックス 8"/>
          <p:cNvSpPr txBox="1"/>
          <p:nvPr/>
        </p:nvSpPr>
        <p:spPr>
          <a:xfrm>
            <a:off x="9525000" y="5107818"/>
            <a:ext cx="2533244" cy="1366208"/>
          </a:xfrm>
          <a:prstGeom prst="rect">
            <a:avLst/>
          </a:prstGeom>
          <a:noFill/>
        </p:spPr>
        <p:txBody>
          <a:bodyPr wrap="square" rtlCol="0">
            <a:spAutoFit/>
          </a:bodyPr>
          <a:lstStyle/>
          <a:p>
            <a:r>
              <a:rPr lang="en-US" altLang="ja-JP" sz="1200" baseline="30000">
                <a:latin typeface="Meiryo UI" panose="020B0604030504040204" pitchFamily="50" charset="-128"/>
                <a:ea typeface="Meiryo UI" panose="020B0604030504040204" pitchFamily="50" charset="-128"/>
              </a:rPr>
              <a:t>2nd</a:t>
            </a:r>
            <a:r>
              <a:rPr lang="ja-JP" altLang="en-US" sz="1200">
                <a:latin typeface="Meiryo UI" panose="020B0604030504040204" pitchFamily="50" charset="-128"/>
                <a:ea typeface="Meiryo UI" panose="020B0604030504040204" pitchFamily="50" charset="-128"/>
              </a:rPr>
              <a:t> </a:t>
            </a:r>
            <a:r>
              <a:rPr lang="en-US" altLang="ja-JP" sz="1100">
                <a:latin typeface="Meiryo UI" panose="020B0604030504040204" pitchFamily="50" charset="-128"/>
                <a:ea typeface="Meiryo UI" panose="020B0604030504040204" pitchFamily="50" charset="-128"/>
              </a:rPr>
              <a:t>April</a:t>
            </a:r>
            <a:r>
              <a:rPr lang="ja-JP" altLang="en-US" sz="1200">
                <a:latin typeface="Meiryo UI" panose="020B0604030504040204" pitchFamily="50" charset="-128"/>
                <a:ea typeface="Meiryo UI" panose="020B0604030504040204" pitchFamily="50" charset="-128"/>
              </a:rPr>
              <a:t> </a:t>
            </a:r>
            <a:r>
              <a:rPr lang="en-US" altLang="ja-JP" sz="1200">
                <a:latin typeface="Meiryo UI" panose="020B0604030504040204" pitchFamily="50" charset="-128"/>
                <a:ea typeface="Meiryo UI" panose="020B0604030504040204" pitchFamily="50" charset="-128"/>
              </a:rPr>
              <a:t>2024</a:t>
            </a:r>
          </a:p>
          <a:p>
            <a:pPr>
              <a:lnSpc>
                <a:spcPct val="250000"/>
              </a:lnSpc>
            </a:pPr>
            <a:r>
              <a:rPr lang="en-US" altLang="ja-JP" sz="1200" b="1">
                <a:latin typeface="Meiryo UI" panose="020B0604030504040204" pitchFamily="50" charset="-128"/>
                <a:ea typeface="Meiryo UI" panose="020B0604030504040204" pitchFamily="50" charset="-128"/>
              </a:rPr>
              <a:t>HIROSE</a:t>
            </a:r>
            <a:r>
              <a:rPr lang="ja-JP" altLang="en-US" sz="1200" b="1">
                <a:latin typeface="Meiryo UI" panose="020B0604030504040204" pitchFamily="50" charset="-128"/>
                <a:ea typeface="Meiryo UI" panose="020B0604030504040204" pitchFamily="50" charset="-128"/>
              </a:rPr>
              <a:t> </a:t>
            </a:r>
            <a:r>
              <a:rPr lang="en-US" altLang="ja-JP" sz="1200" b="1">
                <a:latin typeface="Meiryo UI" panose="020B0604030504040204" pitchFamily="50" charset="-128"/>
                <a:ea typeface="Meiryo UI" panose="020B0604030504040204" pitchFamily="50" charset="-128"/>
              </a:rPr>
              <a:t>ELECTRIC</a:t>
            </a:r>
            <a:r>
              <a:rPr lang="ja-JP" altLang="en-US" sz="1200" b="1">
                <a:latin typeface="Meiryo UI" panose="020B0604030504040204" pitchFamily="50" charset="-128"/>
                <a:ea typeface="Meiryo UI" panose="020B0604030504040204" pitchFamily="50" charset="-128"/>
              </a:rPr>
              <a:t> </a:t>
            </a:r>
            <a:r>
              <a:rPr lang="en-US" altLang="ja-JP" sz="1200" b="1">
                <a:latin typeface="Meiryo UI" panose="020B0604030504040204" pitchFamily="50" charset="-128"/>
                <a:ea typeface="Meiryo UI" panose="020B0604030504040204" pitchFamily="50" charset="-128"/>
              </a:rPr>
              <a:t>CO.,LTD.</a:t>
            </a:r>
            <a:r>
              <a:rPr lang="ja-JP" altLang="en-US" sz="1200" b="1">
                <a:latin typeface="Meiryo UI" panose="020B0604030504040204" pitchFamily="50" charset="-128"/>
                <a:ea typeface="Meiryo UI" panose="020B0604030504040204" pitchFamily="50" charset="-128"/>
              </a:rPr>
              <a:t> </a:t>
            </a:r>
            <a:endParaRPr lang="en-US" altLang="ja-JP" sz="1200" b="1">
              <a:latin typeface="Meiryo UI" panose="020B0604030504040204" pitchFamily="50" charset="-128"/>
              <a:ea typeface="Meiryo UI" panose="020B0604030504040204" pitchFamily="50" charset="-128"/>
            </a:endParaRPr>
          </a:p>
          <a:p>
            <a:pPr>
              <a:lnSpc>
                <a:spcPts val="1700"/>
              </a:lnSpc>
            </a:pPr>
            <a:r>
              <a:rPr lang="en-US" altLang="ja-JP" sz="1100">
                <a:latin typeface="Meiryo UI" panose="020B0604030504040204" pitchFamily="50" charset="-128"/>
                <a:ea typeface="Meiryo UI" panose="020B0604030504040204" pitchFamily="50" charset="-128"/>
              </a:rPr>
              <a:t>ABC</a:t>
            </a:r>
            <a:r>
              <a:rPr lang="ja-JP" altLang="en-US" sz="1100">
                <a:latin typeface="Meiryo UI" panose="020B0604030504040204" pitchFamily="50" charset="-128"/>
                <a:ea typeface="Meiryo UI" panose="020B0604030504040204" pitchFamily="50" charset="-128"/>
              </a:rPr>
              <a:t>　</a:t>
            </a:r>
            <a:endParaRPr lang="en-US" altLang="ja-JP" sz="1100">
              <a:latin typeface="Meiryo UI" panose="020B0604030504040204" pitchFamily="50" charset="-128"/>
              <a:ea typeface="Meiryo UI" panose="020B0604030504040204" pitchFamily="50" charset="-128"/>
            </a:endParaRPr>
          </a:p>
          <a:p>
            <a:pPr>
              <a:lnSpc>
                <a:spcPts val="1700"/>
              </a:lnSpc>
            </a:pPr>
            <a:r>
              <a:rPr lang="en-US" altLang="ja-JP" sz="1100">
                <a:latin typeface="Meiryo UI" panose="020B0604030504040204" pitchFamily="50" charset="-128"/>
                <a:ea typeface="Meiryo UI" panose="020B0604030504040204" pitchFamily="50" charset="-128"/>
              </a:rPr>
              <a:t>ABCD</a:t>
            </a:r>
          </a:p>
          <a:p>
            <a:pPr>
              <a:lnSpc>
                <a:spcPts val="1700"/>
              </a:lnSpc>
            </a:pPr>
            <a:r>
              <a:rPr lang="en-US" altLang="ja-JP" sz="1100">
                <a:latin typeface="Meiryo UI" panose="020B0604030504040204" pitchFamily="50" charset="-128"/>
                <a:ea typeface="Meiryo UI" panose="020B0604030504040204" pitchFamily="50" charset="-128"/>
              </a:rPr>
              <a:t>Name</a:t>
            </a:r>
          </a:p>
        </p:txBody>
      </p:sp>
    </p:spTree>
    <p:extLst>
      <p:ext uri="{BB962C8B-B14F-4D97-AF65-F5344CB8AC3E}">
        <p14:creationId xmlns:p14="http://schemas.microsoft.com/office/powerpoint/2010/main" val="3369804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p:cNvPicPr>
            <a:picLocks noChangeAspect="1"/>
          </p:cNvPicPr>
          <p:nvPr/>
        </p:nvPicPr>
        <p:blipFill rotWithShape="1">
          <a:blip r:embed="rId3" cstate="print">
            <a:extLst>
              <a:ext uri="{28A0092B-C50C-407E-A947-70E740481C1C}">
                <a14:useLocalDpi xmlns:a14="http://schemas.microsoft.com/office/drawing/2010/main" val="0"/>
              </a:ext>
            </a:extLst>
          </a:blip>
          <a:srcRect l="1255" t="8167" r="1746" b="42834"/>
          <a:stretch/>
        </p:blipFill>
        <p:spPr>
          <a:xfrm>
            <a:off x="0" y="0"/>
            <a:ext cx="12192000" cy="914400"/>
          </a:xfrm>
          <a:prstGeom prst="rect">
            <a:avLst/>
          </a:prstGeom>
          <a:effectLst>
            <a:outerShdw blurRad="393700" dist="355600" dir="5400000" algn="t" rotWithShape="0">
              <a:prstClr val="black">
                <a:alpha val="14000"/>
              </a:prstClr>
            </a:outerShdw>
          </a:effectLst>
        </p:spPr>
      </p:pic>
      <p:graphicFrame>
        <p:nvGraphicFramePr>
          <p:cNvPr id="7" name="表 6">
            <a:extLst>
              <a:ext uri="{FF2B5EF4-FFF2-40B4-BE49-F238E27FC236}">
                <a16:creationId xmlns:a16="http://schemas.microsoft.com/office/drawing/2014/main" id="{AA461BCC-BA3D-45CD-8F13-9DE9FE3BBD95}"/>
              </a:ext>
            </a:extLst>
          </p:cNvPr>
          <p:cNvGraphicFramePr>
            <a:graphicFrameLocks noGrp="1"/>
          </p:cNvGraphicFramePr>
          <p:nvPr>
            <p:extLst>
              <p:ext uri="{D42A27DB-BD31-4B8C-83A1-F6EECF244321}">
                <p14:modId xmlns:p14="http://schemas.microsoft.com/office/powerpoint/2010/main" val="669369307"/>
              </p:ext>
            </p:extLst>
          </p:nvPr>
        </p:nvGraphicFramePr>
        <p:xfrm>
          <a:off x="4800600" y="1819625"/>
          <a:ext cx="4572001" cy="4415784"/>
        </p:xfrm>
        <a:graphic>
          <a:graphicData uri="http://schemas.openxmlformats.org/drawingml/2006/table">
            <a:tbl>
              <a:tblPr>
                <a:tableStyleId>{2D5ABB26-0587-4C30-8999-92F81FD0307C}</a:tableStyleId>
              </a:tblPr>
              <a:tblGrid>
                <a:gridCol w="4572001">
                  <a:extLst>
                    <a:ext uri="{9D8B030D-6E8A-4147-A177-3AD203B41FA5}">
                      <a16:colId xmlns:a16="http://schemas.microsoft.com/office/drawing/2014/main" val="1068881883"/>
                    </a:ext>
                  </a:extLst>
                </a:gridCol>
              </a:tblGrid>
              <a:tr h="4415784">
                <a:tc>
                  <a:txBody>
                    <a:bodyPr/>
                    <a:lstStyle/>
                    <a:p>
                      <a:pPr marL="12700" marR="0" lvl="0" indent="0" algn="l" defTabSz="914400" rtl="0" eaLnBrk="1" fontAlgn="auto" latinLnBrk="0" hangingPunct="1">
                        <a:lnSpc>
                          <a:spcPct val="200000"/>
                        </a:lnSpc>
                        <a:spcBef>
                          <a:spcPts val="100"/>
                        </a:spcBef>
                        <a:spcAft>
                          <a:spcPts val="0"/>
                        </a:spcAft>
                        <a:buClrTx/>
                        <a:buSzTx/>
                        <a:buFont typeface="+mj-lt"/>
                        <a:buNone/>
                        <a:tabLst/>
                        <a:defRPr/>
                      </a:pPr>
                      <a:r>
                        <a:rPr lang="en-US" altLang="ja-JP" sz="1500" b="0" spc="-5" dirty="0">
                          <a:solidFill>
                            <a:schemeClr val="tx1"/>
                          </a:solidFill>
                          <a:latin typeface="Meiryo UI"/>
                          <a:ea typeface="Meiryo UI"/>
                        </a:rPr>
                        <a:t>1</a:t>
                      </a:r>
                      <a:r>
                        <a:rPr lang="ja-JP" altLang="en-US" sz="1500" b="0" spc="-5" dirty="0">
                          <a:solidFill>
                            <a:schemeClr val="tx1"/>
                          </a:solidFill>
                          <a:latin typeface="Meiryo UI"/>
                          <a:ea typeface="Meiryo UI"/>
                        </a:rPr>
                        <a:t>　背景と目的</a:t>
                      </a:r>
                      <a:endParaRPr lang="ja-JP" altLang="en-US" sz="1500" b="1" spc="-10" dirty="0">
                        <a:solidFill>
                          <a:schemeClr val="tx1"/>
                        </a:solidFill>
                        <a:latin typeface="Meiryo UI"/>
                        <a:ea typeface="Meiryo UI"/>
                      </a:endParaRPr>
                    </a:p>
                    <a:p>
                      <a:pPr marL="12700" indent="0">
                        <a:lnSpc>
                          <a:spcPct val="200000"/>
                        </a:lnSpc>
                        <a:spcBef>
                          <a:spcPts val="100"/>
                        </a:spcBef>
                        <a:buFont typeface="+mj-lt"/>
                        <a:buNone/>
                      </a:pPr>
                      <a:r>
                        <a:rPr lang="en-US" altLang="ja-JP" sz="1500" b="0" spc="-5" dirty="0">
                          <a:solidFill>
                            <a:schemeClr val="tx1"/>
                          </a:solidFill>
                          <a:latin typeface="Meiryo UI"/>
                          <a:ea typeface="Meiryo UI"/>
                        </a:rPr>
                        <a:t>2</a:t>
                      </a:r>
                      <a:r>
                        <a:rPr lang="ja-JP" altLang="en-US" sz="1500" b="0" spc="-5" dirty="0">
                          <a:solidFill>
                            <a:schemeClr val="tx1"/>
                          </a:solidFill>
                          <a:latin typeface="Meiryo UI"/>
                          <a:ea typeface="Meiryo UI"/>
                        </a:rPr>
                        <a:t>　システム背景</a:t>
                      </a:r>
                      <a:endParaRPr lang="ja-JP" altLang="en-US" sz="1500" b="1" spc="-10" dirty="0">
                        <a:solidFill>
                          <a:schemeClr val="tx1"/>
                        </a:solidFill>
                        <a:latin typeface="Meiryo UI"/>
                        <a:ea typeface="Meiryo UI"/>
                      </a:endParaRPr>
                    </a:p>
                    <a:p>
                      <a:pPr marL="12700" indent="0">
                        <a:lnSpc>
                          <a:spcPct val="200000"/>
                        </a:lnSpc>
                        <a:spcBef>
                          <a:spcPts val="100"/>
                        </a:spcBef>
                        <a:buFont typeface="+mj-lt"/>
                        <a:buNone/>
                      </a:pPr>
                      <a:r>
                        <a:rPr lang="en-US" altLang="ja-JP" sz="1500" b="0" spc="-10" dirty="0">
                          <a:solidFill>
                            <a:schemeClr val="tx1"/>
                          </a:solidFill>
                          <a:latin typeface="Meiryo UI"/>
                          <a:ea typeface="Meiryo UI"/>
                        </a:rPr>
                        <a:t>3</a:t>
                      </a:r>
                      <a:r>
                        <a:rPr lang="ja-JP" altLang="en-US" sz="1500" b="0" spc="-10" dirty="0">
                          <a:solidFill>
                            <a:schemeClr val="tx1"/>
                          </a:solidFill>
                          <a:latin typeface="Meiryo UI"/>
                          <a:ea typeface="Meiryo UI"/>
                        </a:rPr>
                        <a:t>　検討：SAP Commerceテンプレート移行</a:t>
                      </a:r>
                      <a:endParaRPr lang="en-US" altLang="ja-JP" sz="1500" b="0" spc="-10" dirty="0">
                        <a:solidFill>
                          <a:schemeClr val="tx1"/>
                        </a:solidFill>
                        <a:latin typeface="Meiryo UI" panose="020B0604030504040204" pitchFamily="50" charset="-128"/>
                        <a:ea typeface="Meiryo UI" panose="020B0604030504040204" pitchFamily="50" charset="-128"/>
                      </a:endParaRPr>
                    </a:p>
                    <a:p>
                      <a:pPr marL="12700" indent="0">
                        <a:lnSpc>
                          <a:spcPct val="200000"/>
                        </a:lnSpc>
                        <a:spcBef>
                          <a:spcPts val="100"/>
                        </a:spcBef>
                        <a:buFont typeface="+mj-lt"/>
                        <a:buNone/>
                      </a:pPr>
                      <a:r>
                        <a:rPr lang="en-US" altLang="ja-JP" sz="1500" b="0" spc="0" dirty="0">
                          <a:solidFill>
                            <a:schemeClr val="tx1"/>
                          </a:solidFill>
                          <a:latin typeface="Meiryo UI"/>
                          <a:ea typeface="Meiryo UI"/>
                        </a:rPr>
                        <a:t>4</a:t>
                      </a:r>
                      <a:r>
                        <a:rPr lang="ja-JP" altLang="en-US" sz="1500" b="0" spc="0" dirty="0">
                          <a:solidFill>
                            <a:schemeClr val="tx1"/>
                          </a:solidFill>
                          <a:latin typeface="Meiryo UI"/>
                          <a:ea typeface="Meiryo UI"/>
                        </a:rPr>
                        <a:t>　</a:t>
                      </a:r>
                      <a:r>
                        <a:rPr lang="ja-JP" altLang="en-US" sz="1500" b="0" spc="-10" dirty="0">
                          <a:solidFill>
                            <a:schemeClr val="tx1"/>
                          </a:solidFill>
                          <a:latin typeface="Meiryo UI"/>
                          <a:ea typeface="Meiryo UI"/>
                        </a:rPr>
                        <a:t>検討：</a:t>
                      </a:r>
                      <a:r>
                        <a:rPr lang="en-US" altLang="ja-JP" sz="1500" b="0" spc="-10" dirty="0">
                          <a:solidFill>
                            <a:schemeClr val="tx1"/>
                          </a:solidFill>
                          <a:latin typeface="Meiryo UI"/>
                          <a:ea typeface="Meiryo UI"/>
                        </a:rPr>
                        <a:t>SAP Commerce</a:t>
                      </a:r>
                      <a:r>
                        <a:rPr lang="ja-JP" altLang="en-US" sz="1500" b="0" spc="-10" dirty="0">
                          <a:solidFill>
                            <a:schemeClr val="tx1"/>
                          </a:solidFill>
                          <a:latin typeface="Meiryo UI"/>
                          <a:ea typeface="Meiryo UI"/>
                        </a:rPr>
                        <a:t>脱却</a:t>
                      </a:r>
                      <a:endParaRPr lang="en-US" altLang="ja-JP" sz="1500" b="0" spc="0" baseline="0" dirty="0">
                        <a:solidFill>
                          <a:schemeClr val="tx1"/>
                        </a:solidFill>
                        <a:latin typeface="Meiryo UI"/>
                        <a:ea typeface="Meiryo UI"/>
                      </a:endParaRPr>
                    </a:p>
                    <a:p>
                      <a:pPr marL="12700" indent="0">
                        <a:lnSpc>
                          <a:spcPct val="200000"/>
                        </a:lnSpc>
                        <a:spcBef>
                          <a:spcPts val="100"/>
                        </a:spcBef>
                        <a:buFont typeface="+mj-lt"/>
                        <a:buNone/>
                      </a:pPr>
                      <a:r>
                        <a:rPr lang="en-US" altLang="ja-JP" sz="1500" b="0" spc="0" baseline="0" dirty="0">
                          <a:solidFill>
                            <a:schemeClr val="tx1"/>
                          </a:solidFill>
                          <a:latin typeface="Meiryo UI"/>
                          <a:ea typeface="Meiryo UI"/>
                        </a:rPr>
                        <a:t>5</a:t>
                      </a:r>
                      <a:r>
                        <a:rPr lang="ja-JP" altLang="en-US" sz="1500" b="0" spc="0" baseline="0" dirty="0">
                          <a:solidFill>
                            <a:schemeClr val="tx1"/>
                          </a:solidFill>
                          <a:latin typeface="Meiryo UI"/>
                          <a:ea typeface="Meiryo UI"/>
                        </a:rPr>
                        <a:t>　</a:t>
                      </a:r>
                      <a:r>
                        <a:rPr lang="ja-JP" altLang="en-US" sz="1600" b="0" dirty="0">
                          <a:latin typeface="Meiryo UI"/>
                          <a:ea typeface="Meiryo UI"/>
                        </a:rPr>
                        <a:t>計画：進め方案</a:t>
                      </a:r>
                      <a:endParaRPr lang="en-US" altLang="ja-JP" sz="1500" b="0" spc="-10" dirty="0">
                        <a:solidFill>
                          <a:schemeClr val="tx1"/>
                        </a:solidFill>
                        <a:latin typeface="Meiryo UI" panose="020B0604030504040204" pitchFamily="50" charset="-128"/>
                        <a:ea typeface="Meiryo UI" panose="020B0604030504040204" pitchFamily="50" charset="-128"/>
                      </a:endParaRPr>
                    </a:p>
                  </a:txBody>
                  <a:tcPr marL="166154" marR="84406" marT="99692" marB="99692">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148764554"/>
                  </a:ext>
                </a:extLst>
              </a:tr>
            </a:tbl>
          </a:graphicData>
        </a:graphic>
      </p:graphicFrame>
      <p:sp>
        <p:nvSpPr>
          <p:cNvPr id="2" name="テキスト ボックス 1">
            <a:extLst>
              <a:ext uri="{FF2B5EF4-FFF2-40B4-BE49-F238E27FC236}">
                <a16:creationId xmlns:a16="http://schemas.microsoft.com/office/drawing/2014/main" id="{04AD155C-8CFC-606D-58EE-49420A57DC8C}"/>
              </a:ext>
            </a:extLst>
          </p:cNvPr>
          <p:cNvSpPr txBox="1"/>
          <p:nvPr/>
        </p:nvSpPr>
        <p:spPr>
          <a:xfrm>
            <a:off x="-17052" y="308455"/>
            <a:ext cx="12209052" cy="433196"/>
          </a:xfrm>
          <a:prstGeom prst="rect">
            <a:avLst/>
          </a:prstGeom>
          <a:noFill/>
          <a:effectLst>
            <a:outerShdw blurRad="152400" dist="38100" dir="3000000" algn="t" rotWithShape="0">
              <a:prstClr val="black">
                <a:alpha val="40000"/>
              </a:prstClr>
            </a:outerShdw>
          </a:effectLst>
        </p:spPr>
        <p:txBody>
          <a:bodyPr wrap="square" rtlCol="0">
            <a:spAutoFit/>
          </a:bodyPr>
          <a:lstStyle/>
          <a:p>
            <a:pPr algn="ctr" defTabSz="844068">
              <a:defRPr/>
            </a:pPr>
            <a:r>
              <a:rPr lang="en-US" altLang="ja-JP" sz="2215" b="1">
                <a:solidFill>
                  <a:schemeClr val="bg1"/>
                </a:solidFill>
                <a:latin typeface="Meiryo UI" panose="020B0604030504040204" pitchFamily="50" charset="-128"/>
                <a:ea typeface="Meiryo UI" panose="020B0604030504040204" pitchFamily="50" charset="-128"/>
              </a:rPr>
              <a:t>Agenda</a:t>
            </a:r>
            <a:endParaRPr lang="ja-JP" altLang="en-US" sz="2215" b="1">
              <a:solidFill>
                <a:schemeClr val="bg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82962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スライド番号プレースホルダー 7"/>
          <p:cNvSpPr>
            <a:spLocks noGrp="1"/>
          </p:cNvSpPr>
          <p:nvPr>
            <p:ph type="sldNum" sz="quarter" idx="12"/>
          </p:nvPr>
        </p:nvSpPr>
        <p:spPr/>
        <p:txBody>
          <a:bodyPr/>
          <a:lstStyle/>
          <a:p>
            <a:fld id="{19FF75DF-7FDB-DF48-865B-1099646D8BB7}" type="slidenum">
              <a:rPr lang="ja-JP" altLang="en-US" smtClean="0"/>
              <a:pPr/>
              <a:t>2</a:t>
            </a:fld>
            <a:endParaRPr lang="ja-JP" altLang="en-US"/>
          </a:p>
        </p:txBody>
      </p:sp>
      <p:sp>
        <p:nvSpPr>
          <p:cNvPr id="11" name="タイトル 48">
            <a:extLst>
              <a:ext uri="{FF2B5EF4-FFF2-40B4-BE49-F238E27FC236}">
                <a16:creationId xmlns:a16="http://schemas.microsoft.com/office/drawing/2014/main" id="{19135E7E-9000-4180-A24F-0FFA30617FEB}"/>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ja-JP" altLang="en-US" sz="2400" b="1"/>
              <a:t>１）背景と目的</a:t>
            </a:r>
            <a:endParaRPr lang="ja-JP" altLang="en-US" sz="2400" b="1">
              <a:latin typeface="Meiryo UI"/>
              <a:ea typeface="Meiryo UI"/>
            </a:endParaRPr>
          </a:p>
        </p:txBody>
      </p:sp>
      <p:sp>
        <p:nvSpPr>
          <p:cNvPr id="5" name="AutoShape 3">
            <a:extLst>
              <a:ext uri="{FF2B5EF4-FFF2-40B4-BE49-F238E27FC236}">
                <a16:creationId xmlns:a16="http://schemas.microsoft.com/office/drawing/2014/main" id="{8BE0A3EE-2A9C-E860-F7E2-0DC6321A993B}"/>
              </a:ext>
            </a:extLst>
          </p:cNvPr>
          <p:cNvSpPr>
            <a:spLocks noChangeArrowheads="1"/>
          </p:cNvSpPr>
          <p:nvPr/>
        </p:nvSpPr>
        <p:spPr bwMode="auto">
          <a:xfrm>
            <a:off x="358775" y="1098501"/>
            <a:ext cx="11180082" cy="897939"/>
          </a:xfrm>
          <a:prstGeom prst="roundRect">
            <a:avLst>
              <a:gd name="adj"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t">
            <a:noAutofit/>
          </a:bodyPr>
          <a:lstStyle/>
          <a:p>
            <a:pPr>
              <a:lnSpc>
                <a:spcPts val="2200"/>
              </a:lnSpc>
              <a:spcBef>
                <a:spcPct val="0"/>
              </a:spcBef>
              <a:spcAft>
                <a:spcPts val="1200"/>
              </a:spcAft>
            </a:pPr>
            <a:r>
              <a:rPr lang="ja-JP" altLang="en-US" sz="2000" dirty="0">
                <a:latin typeface="Meiryo UI" panose="020B0604030504040204" pitchFamily="50" charset="-128"/>
                <a:ea typeface="Meiryo UI" panose="020B0604030504040204" pitchFamily="50" charset="-128"/>
                <a:cs typeface="Meiryo UI" panose="020B0604030504040204" pitchFamily="50" charset="-128"/>
              </a:rPr>
              <a:t>現在の</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SAP Commerce</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の現在のテンプレートは</a:t>
            </a:r>
            <a:r>
              <a:rPr lang="en-US" altLang="ja-JP" sz="2000" dirty="0">
                <a:latin typeface="Meiryo UI" panose="020B0604030504040204" pitchFamily="50" charset="-128"/>
                <a:ea typeface="Meiryo UI" panose="020B0604030504040204" pitchFamily="50" charset="-128"/>
                <a:cs typeface="Meiryo UI" panose="020B0604030504040204" pitchFamily="50" charset="-128"/>
              </a:rPr>
              <a:t>EOL</a:t>
            </a:r>
            <a:r>
              <a:rPr lang="ja-JP" altLang="en-US" sz="2000" dirty="0">
                <a:latin typeface="Meiryo UI" panose="020B0604030504040204" pitchFamily="50" charset="-128"/>
                <a:ea typeface="Meiryo UI" panose="020B0604030504040204" pitchFamily="50" charset="-128"/>
                <a:cs typeface="Meiryo UI" panose="020B0604030504040204" pitchFamily="50" charset="-128"/>
              </a:rPr>
              <a:t>が予定されています。新テンプレートへの移行はせず、全ての機能を新システムに移行することに致しました。</a:t>
            </a:r>
            <a:endParaRPr lang="ja-JP" altLang="en-US" sz="2000" b="1"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AutoShape 3">
            <a:extLst>
              <a:ext uri="{FF2B5EF4-FFF2-40B4-BE49-F238E27FC236}">
                <a16:creationId xmlns:a16="http://schemas.microsoft.com/office/drawing/2014/main" id="{5E2B081F-0E03-8950-71B2-6BA370DD1D9A}"/>
              </a:ext>
            </a:extLst>
          </p:cNvPr>
          <p:cNvSpPr>
            <a:spLocks noChangeArrowheads="1"/>
          </p:cNvSpPr>
          <p:nvPr/>
        </p:nvSpPr>
        <p:spPr bwMode="auto">
          <a:xfrm>
            <a:off x="358775" y="1884529"/>
            <a:ext cx="11268100" cy="2458871"/>
          </a:xfrm>
          <a:prstGeom prst="roundRect">
            <a:avLst>
              <a:gd name="adj" fmla="val 0"/>
            </a:avLst>
          </a:prstGeom>
          <a:solidFill>
            <a:schemeClr val="bg1"/>
          </a:solidFill>
          <a:ln>
            <a:solidFill>
              <a:schemeClr val="accent1"/>
            </a:solidFill>
          </a:ln>
          <a:effectLst/>
        </p:spPr>
        <p:txBody>
          <a:bodyPr wrap="square" lIns="180000" tIns="180000" rIns="108000" bIns="0" anchor="t">
            <a:noAutofit/>
          </a:bodyPr>
          <a:lstStyle/>
          <a:p>
            <a:pPr>
              <a:spcBef>
                <a:spcPct val="0"/>
              </a:spcBef>
              <a:spcAft>
                <a:spcPts val="1200"/>
              </a:spcAft>
            </a:pP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環境証明書</a:t>
            </a: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a:t>
            </a:r>
          </a:p>
          <a:p>
            <a:pPr>
              <a:spcBef>
                <a:spcPct val="0"/>
              </a:spcBef>
              <a:spcAft>
                <a:spcPts val="1200"/>
              </a:spcAft>
            </a:pPr>
            <a:r>
              <a:rPr lang="en-US" altLang="ja-JP" sz="2400" b="1" dirty="0">
                <a:latin typeface="Meiryo UI" panose="020B0604030504040204" pitchFamily="50" charset="-128"/>
                <a:ea typeface="Meiryo UI" panose="020B0604030504040204" pitchFamily="50" charset="-128"/>
                <a:cs typeface="Meiryo UI" panose="020B0604030504040204" pitchFamily="50" charset="-128"/>
              </a:rPr>
              <a:t>1</a:t>
            </a:r>
            <a:r>
              <a:rPr lang="ja-JP" altLang="en-US" sz="2400" b="1" dirty="0">
                <a:latin typeface="Meiryo UI" panose="020B0604030504040204" pitchFamily="50" charset="-128"/>
                <a:ea typeface="Meiryo UI" panose="020B0604030504040204" pitchFamily="50" charset="-128"/>
                <a:cs typeface="Meiryo UI" panose="020B0604030504040204" pitchFamily="50" charset="-128"/>
              </a:rPr>
              <a:t>）既存機能の移行</a:t>
            </a:r>
            <a:br>
              <a:rPr lang="en-US" altLang="ja-JP" sz="2400" dirty="0">
                <a:latin typeface="Meiryo UI" panose="020B0604030504040204" pitchFamily="50" charset="-128"/>
                <a:ea typeface="Meiryo UI" panose="020B0604030504040204" pitchFamily="50" charset="-128"/>
                <a:cs typeface="Meiryo UI" panose="020B0604030504040204" pitchFamily="50" charset="-128"/>
              </a:rPr>
            </a:br>
            <a:r>
              <a:rPr lang="ja-JP" altLang="en-US" sz="2400" dirty="0">
                <a:latin typeface="Meiryo UI" panose="020B0604030504040204" pitchFamily="50" charset="-128"/>
                <a:ea typeface="Meiryo UI" panose="020B0604030504040204" pitchFamily="50" charset="-128"/>
                <a:cs typeface="Meiryo UI" panose="020B0604030504040204" pitchFamily="50" charset="-128"/>
              </a:rPr>
              <a:t>現行機能は</a:t>
            </a:r>
            <a:r>
              <a:rPr lang="en-US" altLang="ja-JP" sz="2400" dirty="0">
                <a:latin typeface="Meiryo UI" panose="020B0604030504040204" pitchFamily="50" charset="-128"/>
                <a:ea typeface="Meiryo UI" panose="020B0604030504040204" pitchFamily="50" charset="-128"/>
                <a:cs typeface="Meiryo UI" panose="020B0604030504040204" pitchFamily="50" charset="-128"/>
              </a:rPr>
              <a:t>Hirose WEB</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の機能として、社員（国内・海外）と代理店（国内・海外）に機能提供をしています。顧客向けの</a:t>
            </a:r>
            <a:r>
              <a:rPr lang="en-US" altLang="ja-JP" sz="2400" dirty="0">
                <a:latin typeface="Meiryo UI" panose="020B0604030504040204" pitchFamily="50" charset="-128"/>
                <a:ea typeface="Meiryo UI" panose="020B0604030504040204" pitchFamily="50" charset="-128"/>
                <a:cs typeface="Meiryo UI" panose="020B0604030504040204" pitchFamily="50" charset="-128"/>
              </a:rPr>
              <a:t>WEB</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機能として実装の必要はなく、独立したシステムとして実装をしたいです。（今回のように顧客向け</a:t>
            </a:r>
            <a:r>
              <a:rPr lang="en-US" altLang="ja-JP" sz="2400" dirty="0">
                <a:latin typeface="Meiryo UI" panose="020B0604030504040204" pitchFamily="50" charset="-128"/>
                <a:ea typeface="Meiryo UI" panose="020B0604030504040204" pitchFamily="50" charset="-128"/>
                <a:cs typeface="Meiryo UI" panose="020B0604030504040204" pitchFamily="50" charset="-128"/>
              </a:rPr>
              <a:t>WEB</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サイトの影響を受けないようにしたい）</a:t>
            </a:r>
            <a:endParaRPr lang="en-US" altLang="ja-JP" sz="2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正方形/長方形 2">
            <a:extLst>
              <a:ext uri="{FF2B5EF4-FFF2-40B4-BE49-F238E27FC236}">
                <a16:creationId xmlns:a16="http://schemas.microsoft.com/office/drawing/2014/main" id="{EF8CBD86-2B37-CCD4-FB17-35A37655EA8C}"/>
              </a:ext>
            </a:extLst>
          </p:cNvPr>
          <p:cNvSpPr/>
          <p:nvPr/>
        </p:nvSpPr>
        <p:spPr>
          <a:xfrm>
            <a:off x="9729627" y="195209"/>
            <a:ext cx="1469205" cy="3904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再掲</a:t>
            </a:r>
          </a:p>
        </p:txBody>
      </p:sp>
      <p:sp>
        <p:nvSpPr>
          <p:cNvPr id="4" name="AutoShape 3">
            <a:extLst>
              <a:ext uri="{FF2B5EF4-FFF2-40B4-BE49-F238E27FC236}">
                <a16:creationId xmlns:a16="http://schemas.microsoft.com/office/drawing/2014/main" id="{B4AE0B92-960E-5B24-245B-C9070200425C}"/>
              </a:ext>
            </a:extLst>
          </p:cNvPr>
          <p:cNvSpPr>
            <a:spLocks noChangeArrowheads="1"/>
          </p:cNvSpPr>
          <p:nvPr/>
        </p:nvSpPr>
        <p:spPr bwMode="auto">
          <a:xfrm>
            <a:off x="358775" y="4525794"/>
            <a:ext cx="11268100" cy="1867009"/>
          </a:xfrm>
          <a:prstGeom prst="roundRect">
            <a:avLst>
              <a:gd name="adj" fmla="val 0"/>
            </a:avLst>
          </a:prstGeom>
          <a:solidFill>
            <a:schemeClr val="bg1"/>
          </a:solidFill>
          <a:ln>
            <a:noFill/>
          </a:ln>
          <a:effectLst/>
        </p:spPr>
        <p:txBody>
          <a:bodyPr wrap="square" lIns="180000" tIns="180000" rIns="108000" bIns="0" anchor="t">
            <a:noAutofit/>
          </a:bodyPr>
          <a:lstStyle/>
          <a:p>
            <a:pPr>
              <a:spcBef>
                <a:spcPct val="0"/>
              </a:spcBef>
              <a:spcAft>
                <a:spcPts val="1200"/>
              </a:spcAft>
            </a:pPr>
            <a:r>
              <a:rPr lang="en-US" altLang="ja-JP" sz="2400" dirty="0">
                <a:latin typeface="Meiryo UI" panose="020B0604030504040204" pitchFamily="50" charset="-128"/>
                <a:ea typeface="Meiryo UI" panose="020B0604030504040204" pitchFamily="50" charset="-128"/>
                <a:cs typeface="Meiryo UI" panose="020B0604030504040204" pitchFamily="50" charset="-128"/>
              </a:rPr>
              <a:t>2</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）新規機能の実装</a:t>
            </a:r>
            <a:br>
              <a:rPr lang="en-US" altLang="ja-JP" sz="2400" dirty="0">
                <a:latin typeface="Meiryo UI" panose="020B0604030504040204" pitchFamily="50" charset="-128"/>
                <a:ea typeface="Meiryo UI" panose="020B0604030504040204" pitchFamily="50" charset="-128"/>
                <a:cs typeface="Meiryo UI" panose="020B0604030504040204" pitchFamily="50" charset="-128"/>
              </a:rPr>
            </a:br>
            <a:r>
              <a:rPr lang="ja-JP" altLang="en-US" sz="2400" dirty="0">
                <a:latin typeface="Meiryo UI" panose="020B0604030504040204" pitchFamily="50" charset="-128"/>
                <a:ea typeface="Meiryo UI" panose="020B0604030504040204" pitchFamily="50" charset="-128"/>
                <a:cs typeface="Meiryo UI" panose="020B0604030504040204" pitchFamily="50" charset="-128"/>
              </a:rPr>
              <a:t>一方、顧客が直接</a:t>
            </a:r>
            <a:r>
              <a:rPr lang="en-US" altLang="ja-JP" sz="2400" dirty="0">
                <a:latin typeface="Meiryo UI" panose="020B0604030504040204" pitchFamily="50" charset="-128"/>
                <a:ea typeface="Meiryo UI" panose="020B0604030504040204" pitchFamily="50" charset="-128"/>
                <a:cs typeface="Meiryo UI" panose="020B0604030504040204" pitchFamily="50" charset="-128"/>
              </a:rPr>
              <a:t>Hirose WEB</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の画面から</a:t>
            </a:r>
            <a:r>
              <a:rPr lang="en-US" altLang="ja-JP" sz="2400" dirty="0">
                <a:latin typeface="Meiryo UI" panose="020B0604030504040204" pitchFamily="50" charset="-128"/>
                <a:ea typeface="Meiryo UI" panose="020B0604030504040204" pitchFamily="50" charset="-128"/>
                <a:cs typeface="Meiryo UI" panose="020B0604030504040204" pitchFamily="50" charset="-128"/>
              </a:rPr>
              <a:t>RoHS</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証明書をダウンロードできる機能の開発要望が営業現場から上がっている。こちらは既存機能の移行後に具体的に検討を行いたいです。</a:t>
            </a:r>
            <a:endParaRPr lang="en-US" altLang="ja-JP" sz="2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楕円 5">
            <a:extLst>
              <a:ext uri="{FF2B5EF4-FFF2-40B4-BE49-F238E27FC236}">
                <a16:creationId xmlns:a16="http://schemas.microsoft.com/office/drawing/2014/main" id="{9B03A37A-8957-3532-20CA-A9F0843E910D}"/>
              </a:ext>
            </a:extLst>
          </p:cNvPr>
          <p:cNvSpPr/>
          <p:nvPr/>
        </p:nvSpPr>
        <p:spPr>
          <a:xfrm>
            <a:off x="10202779" y="1496224"/>
            <a:ext cx="1716896" cy="100043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こちらを進めたい</a:t>
            </a:r>
          </a:p>
        </p:txBody>
      </p:sp>
      <p:sp>
        <p:nvSpPr>
          <p:cNvPr id="9" name="テキスト ボックス 8">
            <a:extLst>
              <a:ext uri="{FF2B5EF4-FFF2-40B4-BE49-F238E27FC236}">
                <a16:creationId xmlns:a16="http://schemas.microsoft.com/office/drawing/2014/main" id="{C09F7E65-FBC1-686B-8B3D-A422A2471620}"/>
              </a:ext>
            </a:extLst>
          </p:cNvPr>
          <p:cNvSpPr txBox="1"/>
          <p:nvPr/>
        </p:nvSpPr>
        <p:spPr>
          <a:xfrm>
            <a:off x="3847850" y="1725755"/>
            <a:ext cx="6266911" cy="646331"/>
          </a:xfrm>
          <a:prstGeom prst="rect">
            <a:avLst/>
          </a:prstGeom>
          <a:solidFill>
            <a:schemeClr val="accent4">
              <a:lumMod val="20000"/>
              <a:lumOff val="80000"/>
            </a:schemeClr>
          </a:solidFill>
          <a:ln>
            <a:noFill/>
          </a:ln>
        </p:spPr>
        <p:txBody>
          <a:bodyPr wrap="square">
            <a:spAutoFit/>
          </a:bodyPr>
          <a:lstStyle/>
          <a:p>
            <a:pPr fontAlgn="base"/>
            <a:r>
              <a:rPr lang="ja-JP" altLang="en-US" b="1" dirty="0"/>
              <a:t>変更：ヒロセ</a:t>
            </a:r>
            <a:r>
              <a:rPr lang="en-US" altLang="ja-JP" b="1" dirty="0"/>
              <a:t>WEB</a:t>
            </a:r>
            <a:r>
              <a:rPr lang="ja-JP" altLang="en-US" b="1" dirty="0"/>
              <a:t>の移行を</a:t>
            </a:r>
            <a:r>
              <a:rPr lang="en-US" altLang="ja-JP" b="1" dirty="0"/>
              <a:t>8</a:t>
            </a:r>
            <a:r>
              <a:rPr lang="ja-JP" altLang="en-US" b="1" dirty="0"/>
              <a:t>月末までと予定を早めたため、それまでに移行が必要</a:t>
            </a:r>
            <a:endParaRPr lang="en-US" altLang="ja-JP" b="1" dirty="0"/>
          </a:p>
        </p:txBody>
      </p:sp>
    </p:spTree>
    <p:extLst>
      <p:ext uri="{BB962C8B-B14F-4D97-AF65-F5344CB8AC3E}">
        <p14:creationId xmlns:p14="http://schemas.microsoft.com/office/powerpoint/2010/main" val="2843057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206E5-119B-2E48-18EA-3DFDD5982A1F}"/>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0FA7282C-AB1A-31D9-327C-ADF13E6D05D8}"/>
              </a:ext>
            </a:extLst>
          </p:cNvPr>
          <p:cNvSpPr>
            <a:spLocks noGrp="1"/>
          </p:cNvSpPr>
          <p:nvPr>
            <p:ph type="sldNum" sz="quarter" idx="12"/>
          </p:nvPr>
        </p:nvSpPr>
        <p:spPr/>
        <p:txBody>
          <a:bodyPr/>
          <a:lstStyle/>
          <a:p>
            <a:fld id="{19FF75DF-7FDB-DF48-865B-1099646D8BB7}" type="slidenum">
              <a:rPr lang="ja-JP" altLang="en-US" smtClean="0"/>
              <a:pPr/>
              <a:t>3</a:t>
            </a:fld>
            <a:endParaRPr lang="ja-JP" altLang="en-US"/>
          </a:p>
        </p:txBody>
      </p:sp>
      <p:sp>
        <p:nvSpPr>
          <p:cNvPr id="11" name="タイトル 48">
            <a:extLst>
              <a:ext uri="{FF2B5EF4-FFF2-40B4-BE49-F238E27FC236}">
                <a16:creationId xmlns:a16="http://schemas.microsoft.com/office/drawing/2014/main" id="{FF73FB0E-AE75-2E5E-8BBF-A53102D207AE}"/>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）既存機能の概要</a:t>
            </a:r>
            <a:endParaRPr lang="ja-JP" altLang="en-US" sz="2400" b="1" dirty="0">
              <a:latin typeface="Meiryo UI"/>
              <a:ea typeface="Meiryo UI"/>
            </a:endParaRPr>
          </a:p>
        </p:txBody>
      </p:sp>
      <p:sp>
        <p:nvSpPr>
          <p:cNvPr id="13" name="AutoShape 3">
            <a:extLst>
              <a:ext uri="{FF2B5EF4-FFF2-40B4-BE49-F238E27FC236}">
                <a16:creationId xmlns:a16="http://schemas.microsoft.com/office/drawing/2014/main" id="{75BEAE1F-ECC8-6AF0-6B31-6C045B448226}"/>
              </a:ext>
            </a:extLst>
          </p:cNvPr>
          <p:cNvSpPr>
            <a:spLocks noChangeArrowheads="1"/>
          </p:cNvSpPr>
          <p:nvPr/>
        </p:nvSpPr>
        <p:spPr bwMode="auto">
          <a:xfrm>
            <a:off x="452845" y="1005661"/>
            <a:ext cx="11268100" cy="1525872"/>
          </a:xfrm>
          <a:prstGeom prst="roundRect">
            <a:avLst>
              <a:gd name="adj" fmla="val 0"/>
            </a:avLst>
          </a:prstGeom>
          <a:solidFill>
            <a:schemeClr val="bg1"/>
          </a:solidFill>
          <a:ln>
            <a:noFill/>
          </a:ln>
          <a:effectLst/>
        </p:spPr>
        <p:txBody>
          <a:bodyPr wrap="square" lIns="180000" tIns="180000" rIns="108000" bIns="0" anchor="t">
            <a:noAutofit/>
          </a:bodyPr>
          <a:lstStyle/>
          <a:p>
            <a:pPr>
              <a:spcBef>
                <a:spcPct val="0"/>
              </a:spcBef>
              <a:spcAft>
                <a:spcPts val="1200"/>
              </a:spcAft>
            </a:pPr>
            <a:r>
              <a:rPr lang="ja-JP" altLang="en-US" sz="2400" dirty="0">
                <a:latin typeface="Meiryo UI" panose="020B0604030504040204" pitchFamily="50" charset="-128"/>
                <a:ea typeface="Meiryo UI" panose="020B0604030504040204" pitchFamily="50" charset="-128"/>
                <a:cs typeface="Meiryo UI" panose="020B0604030504040204" pitchFamily="50" charset="-128"/>
              </a:rPr>
              <a:t>社員または代理店が</a:t>
            </a:r>
            <a:r>
              <a:rPr lang="en-US" altLang="ja-JP" sz="2400" dirty="0">
                <a:latin typeface="Meiryo UI" panose="020B0604030504040204" pitchFamily="50" charset="-128"/>
                <a:ea typeface="Meiryo UI" panose="020B0604030504040204" pitchFamily="50" charset="-128"/>
                <a:cs typeface="Meiryo UI" panose="020B0604030504040204" pitchFamily="50" charset="-128"/>
              </a:rPr>
              <a:t>WEB</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画面から製品</a:t>
            </a:r>
            <a:r>
              <a:rPr lang="en-US" altLang="ja-JP" sz="2400" dirty="0">
                <a:latin typeface="Meiryo UI" panose="020B0604030504040204" pitchFamily="50" charset="-128"/>
                <a:ea typeface="Meiryo UI" panose="020B0604030504040204" pitchFamily="50" charset="-128"/>
                <a:cs typeface="Meiryo UI" panose="020B0604030504040204" pitchFamily="50" charset="-128"/>
              </a:rPr>
              <a:t>CL</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または製品名を入力し、必要な環境証明書にチェックを入れて申請すると、依頼ファイルが</a:t>
            </a:r>
            <a:r>
              <a:rPr lang="en-US" altLang="ja-JP" sz="2400" dirty="0">
                <a:latin typeface="Meiryo UI" panose="020B0604030504040204" pitchFamily="50" charset="-128"/>
                <a:ea typeface="Meiryo UI" panose="020B0604030504040204" pitchFamily="50" charset="-128"/>
                <a:cs typeface="Meiryo UI" panose="020B0604030504040204" pitchFamily="50" charset="-128"/>
              </a:rPr>
              <a:t>AWS</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を介して環境システム（</a:t>
            </a:r>
            <a:r>
              <a:rPr lang="en-US" altLang="ja-JP" sz="2400" dirty="0" err="1">
                <a:latin typeface="Meiryo UI" panose="020B0604030504040204" pitchFamily="50" charset="-128"/>
                <a:ea typeface="Meiryo UI" panose="020B0604030504040204" pitchFamily="50" charset="-128"/>
                <a:cs typeface="Meiryo UI" panose="020B0604030504040204" pitchFamily="50" charset="-128"/>
              </a:rPr>
              <a:t>GreenMeister</a:t>
            </a:r>
            <a:r>
              <a:rPr lang="ja-JP" altLang="en-US" sz="2400" dirty="0">
                <a:latin typeface="Meiryo UI" panose="020B0604030504040204" pitchFamily="50" charset="-128"/>
                <a:ea typeface="Meiryo UI" panose="020B0604030504040204" pitchFamily="50" charset="-128"/>
                <a:cs typeface="Meiryo UI" panose="020B0604030504040204" pitchFamily="50" charset="-128"/>
              </a:rPr>
              <a:t>）へ届き、作成された証明書のドキュメントが戻ってきてユーザが画面からダウンロードできる。</a:t>
            </a:r>
          </a:p>
        </p:txBody>
      </p:sp>
      <p:sp>
        <p:nvSpPr>
          <p:cNvPr id="6" name="正方形/長方形 5">
            <a:extLst>
              <a:ext uri="{FF2B5EF4-FFF2-40B4-BE49-F238E27FC236}">
                <a16:creationId xmlns:a16="http://schemas.microsoft.com/office/drawing/2014/main" id="{9995F3BA-8FD7-8EC7-EDB2-BD5918A9BE37}"/>
              </a:ext>
            </a:extLst>
          </p:cNvPr>
          <p:cNvSpPr/>
          <p:nvPr/>
        </p:nvSpPr>
        <p:spPr>
          <a:xfrm>
            <a:off x="4961467" y="2438400"/>
            <a:ext cx="262467" cy="24553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descr="ダイアグラム&#10;&#10;AI 生成コンテンツは誤りを含む可能性があります。">
            <a:extLst>
              <a:ext uri="{FF2B5EF4-FFF2-40B4-BE49-F238E27FC236}">
                <a16:creationId xmlns:a16="http://schemas.microsoft.com/office/drawing/2014/main" id="{EF4E74A5-FED0-3F77-DC82-9D2572970FEB}"/>
              </a:ext>
            </a:extLst>
          </p:cNvPr>
          <p:cNvPicPr>
            <a:picLocks noChangeAspect="1"/>
          </p:cNvPicPr>
          <p:nvPr/>
        </p:nvPicPr>
        <p:blipFill>
          <a:blip r:embed="rId3"/>
          <a:stretch>
            <a:fillRect/>
          </a:stretch>
        </p:blipFill>
        <p:spPr>
          <a:xfrm>
            <a:off x="221525" y="3081867"/>
            <a:ext cx="5845008" cy="2981784"/>
          </a:xfrm>
          <a:prstGeom prst="rect">
            <a:avLst/>
          </a:prstGeom>
        </p:spPr>
      </p:pic>
      <p:pic>
        <p:nvPicPr>
          <p:cNvPr id="17" name="図 16" descr="ダイアグラム, 概略図&#10;&#10;AI 生成コンテンツは誤りを含む可能性があります。">
            <a:extLst>
              <a:ext uri="{FF2B5EF4-FFF2-40B4-BE49-F238E27FC236}">
                <a16:creationId xmlns:a16="http://schemas.microsoft.com/office/drawing/2014/main" id="{61C2769A-57B9-E16E-BCB7-7B335345703F}"/>
              </a:ext>
            </a:extLst>
          </p:cNvPr>
          <p:cNvPicPr>
            <a:picLocks noChangeAspect="1"/>
          </p:cNvPicPr>
          <p:nvPr/>
        </p:nvPicPr>
        <p:blipFill>
          <a:blip r:embed="rId4"/>
          <a:stretch>
            <a:fillRect/>
          </a:stretch>
        </p:blipFill>
        <p:spPr>
          <a:xfrm>
            <a:off x="6277634" y="2940417"/>
            <a:ext cx="5443311" cy="3178456"/>
          </a:xfrm>
          <a:prstGeom prst="rect">
            <a:avLst/>
          </a:prstGeom>
        </p:spPr>
      </p:pic>
      <p:sp>
        <p:nvSpPr>
          <p:cNvPr id="18" name="AutoShape 3">
            <a:extLst>
              <a:ext uri="{FF2B5EF4-FFF2-40B4-BE49-F238E27FC236}">
                <a16:creationId xmlns:a16="http://schemas.microsoft.com/office/drawing/2014/main" id="{A42C71B7-1E2B-BEF3-A1C1-41591B86C45B}"/>
              </a:ext>
            </a:extLst>
          </p:cNvPr>
          <p:cNvSpPr>
            <a:spLocks noChangeArrowheads="1"/>
          </p:cNvSpPr>
          <p:nvPr/>
        </p:nvSpPr>
        <p:spPr bwMode="auto">
          <a:xfrm>
            <a:off x="221525" y="2454090"/>
            <a:ext cx="11268100" cy="466873"/>
          </a:xfrm>
          <a:prstGeom prst="roundRect">
            <a:avLst>
              <a:gd name="adj" fmla="val 0"/>
            </a:avLst>
          </a:prstGeom>
          <a:solidFill>
            <a:schemeClr val="bg1"/>
          </a:solidFill>
          <a:ln>
            <a:noFill/>
          </a:ln>
          <a:effectLst/>
        </p:spPr>
        <p:txBody>
          <a:bodyPr wrap="square" lIns="180000" tIns="180000" rIns="108000" bIns="0" anchor="t">
            <a:noAutofit/>
          </a:bodyPr>
          <a:lstStyle/>
          <a:p>
            <a:pPr>
              <a:spcBef>
                <a:spcPct val="0"/>
              </a:spcBef>
              <a:spcAft>
                <a:spcPts val="1200"/>
              </a:spcAft>
            </a:pPr>
            <a:r>
              <a:rPr lang="ja-JP" altLang="en-US" sz="1400" dirty="0">
                <a:latin typeface="Meiryo UI" panose="020B0604030504040204" pitchFamily="50" charset="-128"/>
                <a:ea typeface="Meiryo UI" panose="020B0604030504040204" pitchFamily="50" charset="-128"/>
                <a:cs typeface="Meiryo UI" panose="020B0604030504040204" pitchFamily="50" charset="-128"/>
              </a:rPr>
              <a:t>資料：インタフェース処理方式設計書から抜粋</a:t>
            </a:r>
          </a:p>
        </p:txBody>
      </p:sp>
    </p:spTree>
    <p:extLst>
      <p:ext uri="{BB962C8B-B14F-4D97-AF65-F5344CB8AC3E}">
        <p14:creationId xmlns:p14="http://schemas.microsoft.com/office/powerpoint/2010/main" val="2219230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64C32-03F0-9EA8-66D8-BD6284227E5A}"/>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BB6870CE-7D78-0ABF-5F18-2DAE3CD417C2}"/>
              </a:ext>
            </a:extLst>
          </p:cNvPr>
          <p:cNvSpPr>
            <a:spLocks noGrp="1"/>
          </p:cNvSpPr>
          <p:nvPr>
            <p:ph type="sldNum" sz="quarter" idx="12"/>
          </p:nvPr>
        </p:nvSpPr>
        <p:spPr/>
        <p:txBody>
          <a:bodyPr/>
          <a:lstStyle/>
          <a:p>
            <a:fld id="{19FF75DF-7FDB-DF48-865B-1099646D8BB7}" type="slidenum">
              <a:rPr lang="ja-JP" altLang="en-US" smtClean="0"/>
              <a:pPr/>
              <a:t>4</a:t>
            </a:fld>
            <a:endParaRPr lang="ja-JP" altLang="en-US"/>
          </a:p>
        </p:txBody>
      </p:sp>
      <p:sp>
        <p:nvSpPr>
          <p:cNvPr id="11" name="タイトル 48">
            <a:extLst>
              <a:ext uri="{FF2B5EF4-FFF2-40B4-BE49-F238E27FC236}">
                <a16:creationId xmlns:a16="http://schemas.microsoft.com/office/drawing/2014/main" id="{A0DE5905-5759-35F5-D2F3-E0B5D39766EE}"/>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）既存機能との変化点</a:t>
            </a:r>
            <a:endParaRPr lang="ja-JP" altLang="en-US" sz="2400" b="1" dirty="0">
              <a:latin typeface="Meiryo UI"/>
              <a:ea typeface="Meiryo UI"/>
            </a:endParaRPr>
          </a:p>
        </p:txBody>
      </p:sp>
      <p:sp>
        <p:nvSpPr>
          <p:cNvPr id="13" name="AutoShape 3">
            <a:extLst>
              <a:ext uri="{FF2B5EF4-FFF2-40B4-BE49-F238E27FC236}">
                <a16:creationId xmlns:a16="http://schemas.microsoft.com/office/drawing/2014/main" id="{436EC2CC-45A9-C8BD-7FBA-49662A19B2E0}"/>
              </a:ext>
            </a:extLst>
          </p:cNvPr>
          <p:cNvSpPr>
            <a:spLocks noChangeArrowheads="1"/>
          </p:cNvSpPr>
          <p:nvPr/>
        </p:nvSpPr>
        <p:spPr bwMode="auto">
          <a:xfrm>
            <a:off x="452845" y="1005660"/>
            <a:ext cx="11268100" cy="919393"/>
          </a:xfrm>
          <a:prstGeom prst="roundRect">
            <a:avLst>
              <a:gd name="adj" fmla="val 0"/>
            </a:avLst>
          </a:prstGeom>
          <a:solidFill>
            <a:schemeClr val="bg1"/>
          </a:solidFill>
          <a:ln>
            <a:noFill/>
          </a:ln>
          <a:effectLst/>
        </p:spPr>
        <p:txBody>
          <a:bodyPr wrap="square" lIns="180000" tIns="180000" rIns="108000" bIns="0" anchor="t">
            <a:noAutofit/>
          </a:bodyPr>
          <a:lstStyle/>
          <a:p>
            <a:pPr marL="285750" indent="-285750" fontAlgn="base">
              <a:buFont typeface="Arial" panose="020B0604020202020204" pitchFamily="34" charset="0"/>
              <a:buChar char="•"/>
            </a:pPr>
            <a:r>
              <a:rPr lang="ja-JP" altLang="en-US" dirty="0"/>
              <a:t>ヒロセ</a:t>
            </a:r>
            <a:r>
              <a:rPr lang="en-US" altLang="ja-JP" dirty="0"/>
              <a:t>WEB</a:t>
            </a:r>
            <a:r>
              <a:rPr lang="ja-JP" altLang="en-US" dirty="0"/>
              <a:t>は今後もリニューアルが必須なため、環境証明書申請は作り直し不要の構成としたい。</a:t>
            </a:r>
          </a:p>
          <a:p>
            <a:pPr fontAlgn="base"/>
            <a:r>
              <a:rPr lang="ja-JP" altLang="en-US" dirty="0"/>
              <a:t>（ヒロセ</a:t>
            </a:r>
            <a:r>
              <a:rPr lang="en-US" altLang="ja-JP" dirty="0"/>
              <a:t>WEB</a:t>
            </a:r>
            <a:r>
              <a:rPr lang="ja-JP" altLang="en-US" dirty="0"/>
              <a:t>サイトと環境も分けて、影響受けないようにしたい）</a:t>
            </a:r>
          </a:p>
          <a:p>
            <a:pPr marL="342900" indent="-342900">
              <a:spcBef>
                <a:spcPct val="0"/>
              </a:spcBef>
              <a:spcAft>
                <a:spcPts val="1200"/>
              </a:spcAft>
              <a:buFont typeface="Arial" panose="020B0604020202020204" pitchFamily="34" charset="0"/>
              <a:buChar char="•"/>
            </a:pPr>
            <a:endParaRPr lang="ja-JP" altLang="en-US" sz="2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正方形/長方形 1">
            <a:extLst>
              <a:ext uri="{FF2B5EF4-FFF2-40B4-BE49-F238E27FC236}">
                <a16:creationId xmlns:a16="http://schemas.microsoft.com/office/drawing/2014/main" id="{6182366B-5883-5761-0689-65CC02B9061F}"/>
              </a:ext>
            </a:extLst>
          </p:cNvPr>
          <p:cNvSpPr/>
          <p:nvPr/>
        </p:nvSpPr>
        <p:spPr>
          <a:xfrm>
            <a:off x="3041583" y="2415942"/>
            <a:ext cx="2483318" cy="3840478"/>
          </a:xfrm>
          <a:prstGeom prst="rect">
            <a:avLst/>
          </a:prstGeom>
          <a:ln w="38100">
            <a:solidFill>
              <a:schemeClr val="accent6"/>
            </a:solidFill>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新環境証明書</a:t>
            </a:r>
            <a:endParaRPr kumimoji="1" lang="en-US" altLang="ja-JP" dirty="0"/>
          </a:p>
          <a:p>
            <a:pPr algn="ctr"/>
            <a:r>
              <a:rPr lang="ja-JP" altLang="en-US" dirty="0"/>
              <a:t>申請システム</a:t>
            </a:r>
            <a:endParaRPr kumimoji="1" lang="ja-JP" altLang="en-US" dirty="0"/>
          </a:p>
        </p:txBody>
      </p:sp>
      <p:sp>
        <p:nvSpPr>
          <p:cNvPr id="3" name="正方形/長方形 2">
            <a:extLst>
              <a:ext uri="{FF2B5EF4-FFF2-40B4-BE49-F238E27FC236}">
                <a16:creationId xmlns:a16="http://schemas.microsoft.com/office/drawing/2014/main" id="{51C3F601-B4F2-260E-6378-3DA62AD876F6}"/>
              </a:ext>
            </a:extLst>
          </p:cNvPr>
          <p:cNvSpPr/>
          <p:nvPr/>
        </p:nvSpPr>
        <p:spPr>
          <a:xfrm>
            <a:off x="689811" y="2415943"/>
            <a:ext cx="2098307" cy="3840478"/>
          </a:xfrm>
          <a:prstGeom prst="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新ヒロセ</a:t>
            </a:r>
            <a:r>
              <a:rPr kumimoji="1" lang="en-US" altLang="ja-JP" dirty="0"/>
              <a:t>WEB</a:t>
            </a:r>
            <a:endParaRPr kumimoji="1" lang="ja-JP" altLang="en-US" dirty="0"/>
          </a:p>
        </p:txBody>
      </p:sp>
      <p:pic>
        <p:nvPicPr>
          <p:cNvPr id="4" name="図 3" descr="ダイアグラム&#10;&#10;AI 生成コンテンツは誤りを含む可能性があります。">
            <a:extLst>
              <a:ext uri="{FF2B5EF4-FFF2-40B4-BE49-F238E27FC236}">
                <a16:creationId xmlns:a16="http://schemas.microsoft.com/office/drawing/2014/main" id="{1A32FE7F-5BC9-3D3E-EBBC-F4B3E20B67D1}"/>
              </a:ext>
            </a:extLst>
          </p:cNvPr>
          <p:cNvPicPr>
            <a:picLocks noChangeAspect="1"/>
          </p:cNvPicPr>
          <p:nvPr/>
        </p:nvPicPr>
        <p:blipFill>
          <a:blip r:embed="rId3"/>
          <a:srcRect l="30956" r="1"/>
          <a:stretch>
            <a:fillRect/>
          </a:stretch>
        </p:blipFill>
        <p:spPr>
          <a:xfrm>
            <a:off x="5903494" y="2069432"/>
            <a:ext cx="5810045" cy="4292867"/>
          </a:xfrm>
          <a:prstGeom prst="rect">
            <a:avLst/>
          </a:prstGeom>
        </p:spPr>
      </p:pic>
      <p:sp>
        <p:nvSpPr>
          <p:cNvPr id="5" name="正方形/長方形 4">
            <a:extLst>
              <a:ext uri="{FF2B5EF4-FFF2-40B4-BE49-F238E27FC236}">
                <a16:creationId xmlns:a16="http://schemas.microsoft.com/office/drawing/2014/main" id="{A21ED782-BA4E-60EF-72E3-B4D498E01F1B}"/>
              </a:ext>
            </a:extLst>
          </p:cNvPr>
          <p:cNvSpPr/>
          <p:nvPr/>
        </p:nvSpPr>
        <p:spPr>
          <a:xfrm>
            <a:off x="818147" y="3839096"/>
            <a:ext cx="1848052" cy="3850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社員・販社ログイン</a:t>
            </a:r>
          </a:p>
        </p:txBody>
      </p:sp>
      <p:sp>
        <p:nvSpPr>
          <p:cNvPr id="7" name="正方形/長方形 6">
            <a:extLst>
              <a:ext uri="{FF2B5EF4-FFF2-40B4-BE49-F238E27FC236}">
                <a16:creationId xmlns:a16="http://schemas.microsoft.com/office/drawing/2014/main" id="{3412ECA0-59B0-6D66-DD98-9777147DB5DC}"/>
              </a:ext>
            </a:extLst>
          </p:cNvPr>
          <p:cNvSpPr/>
          <p:nvPr/>
        </p:nvSpPr>
        <p:spPr>
          <a:xfrm>
            <a:off x="818147" y="4344422"/>
            <a:ext cx="1848052" cy="3850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代理店ログイン</a:t>
            </a:r>
          </a:p>
        </p:txBody>
      </p:sp>
      <p:sp>
        <p:nvSpPr>
          <p:cNvPr id="9" name="正方形/長方形 8">
            <a:extLst>
              <a:ext uri="{FF2B5EF4-FFF2-40B4-BE49-F238E27FC236}">
                <a16:creationId xmlns:a16="http://schemas.microsoft.com/office/drawing/2014/main" id="{A84C6E2B-6B81-34BC-61EE-B3BCD6D88EBE}"/>
              </a:ext>
            </a:extLst>
          </p:cNvPr>
          <p:cNvSpPr/>
          <p:nvPr/>
        </p:nvSpPr>
        <p:spPr>
          <a:xfrm>
            <a:off x="3399489" y="3954795"/>
            <a:ext cx="895150" cy="9290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業務処理</a:t>
            </a:r>
          </a:p>
        </p:txBody>
      </p:sp>
      <p:sp>
        <p:nvSpPr>
          <p:cNvPr id="10" name="フローチャート: 複数書類 9">
            <a:extLst>
              <a:ext uri="{FF2B5EF4-FFF2-40B4-BE49-F238E27FC236}">
                <a16:creationId xmlns:a16="http://schemas.microsoft.com/office/drawing/2014/main" id="{36EFA511-DCC6-CBFD-5CA9-0AD2208EDFEB}"/>
              </a:ext>
            </a:extLst>
          </p:cNvPr>
          <p:cNvSpPr/>
          <p:nvPr/>
        </p:nvSpPr>
        <p:spPr>
          <a:xfrm>
            <a:off x="4636170" y="4204083"/>
            <a:ext cx="615950" cy="430444"/>
          </a:xfrm>
          <a:prstGeom prst="flowChartMulti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ysClr val="windowText" lastClr="000000"/>
                </a:solidFill>
              </a:rPr>
              <a:t>ファイル</a:t>
            </a:r>
          </a:p>
        </p:txBody>
      </p:sp>
      <p:cxnSp>
        <p:nvCxnSpPr>
          <p:cNvPr id="21" name="直線矢印コネクタ 20">
            <a:extLst>
              <a:ext uri="{FF2B5EF4-FFF2-40B4-BE49-F238E27FC236}">
                <a16:creationId xmlns:a16="http://schemas.microsoft.com/office/drawing/2014/main" id="{27E649D3-C2E5-9B9F-6403-081355BB87C6}"/>
              </a:ext>
            </a:extLst>
          </p:cNvPr>
          <p:cNvCxnSpPr>
            <a:cxnSpLocks/>
            <a:stCxn id="9" idx="3"/>
            <a:endCxn id="10" idx="1"/>
          </p:cNvCxnSpPr>
          <p:nvPr/>
        </p:nvCxnSpPr>
        <p:spPr>
          <a:xfrm>
            <a:off x="4294639" y="4419305"/>
            <a:ext cx="3415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吹き出し: 角を丸めた四角形 29">
            <a:extLst>
              <a:ext uri="{FF2B5EF4-FFF2-40B4-BE49-F238E27FC236}">
                <a16:creationId xmlns:a16="http://schemas.microsoft.com/office/drawing/2014/main" id="{B87FCE05-533F-13F0-B121-20C83B9A7BD0}"/>
              </a:ext>
            </a:extLst>
          </p:cNvPr>
          <p:cNvSpPr/>
          <p:nvPr/>
        </p:nvSpPr>
        <p:spPr>
          <a:xfrm>
            <a:off x="3273476" y="5261625"/>
            <a:ext cx="2383855" cy="866273"/>
          </a:xfrm>
          <a:prstGeom prst="wedgeRoundRectCallout">
            <a:avLst>
              <a:gd name="adj1" fmla="val -21398"/>
              <a:gd name="adj2" fmla="val -76389"/>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dirty="0">
                <a:solidFill>
                  <a:sysClr val="windowText" lastClr="000000"/>
                </a:solidFill>
              </a:rPr>
              <a:t>今までヒロセ</a:t>
            </a:r>
            <a:r>
              <a:rPr lang="en-US" altLang="ja-JP" sz="1600" dirty="0">
                <a:solidFill>
                  <a:sysClr val="windowText" lastClr="000000"/>
                </a:solidFill>
              </a:rPr>
              <a:t>WEB</a:t>
            </a:r>
            <a:r>
              <a:rPr lang="ja-JP" altLang="en-US" sz="1600" dirty="0">
                <a:solidFill>
                  <a:sysClr val="windowText" lastClr="000000"/>
                </a:solidFill>
              </a:rPr>
              <a:t>でやっていた申請業務をここでやりたい</a:t>
            </a:r>
            <a:endParaRPr kumimoji="1" lang="ja-JP" altLang="en-US" sz="1600" dirty="0">
              <a:solidFill>
                <a:sysClr val="windowText" lastClr="000000"/>
              </a:solidFill>
            </a:endParaRPr>
          </a:p>
        </p:txBody>
      </p:sp>
    </p:spTree>
    <p:extLst>
      <p:ext uri="{BB962C8B-B14F-4D97-AF65-F5344CB8AC3E}">
        <p14:creationId xmlns:p14="http://schemas.microsoft.com/office/powerpoint/2010/main" val="4027643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82B0C-83F4-0AC0-8199-76774BFDFE0D}"/>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2193697C-1739-1C93-0F08-1A1491991B7A}"/>
              </a:ext>
            </a:extLst>
          </p:cNvPr>
          <p:cNvSpPr>
            <a:spLocks noGrp="1"/>
          </p:cNvSpPr>
          <p:nvPr>
            <p:ph type="sldNum" sz="quarter" idx="12"/>
          </p:nvPr>
        </p:nvSpPr>
        <p:spPr/>
        <p:txBody>
          <a:bodyPr/>
          <a:lstStyle/>
          <a:p>
            <a:fld id="{19FF75DF-7FDB-DF48-865B-1099646D8BB7}" type="slidenum">
              <a:rPr lang="ja-JP" altLang="en-US" smtClean="0"/>
              <a:pPr/>
              <a:t>5</a:t>
            </a:fld>
            <a:endParaRPr lang="ja-JP" altLang="en-US"/>
          </a:p>
        </p:txBody>
      </p:sp>
      <p:sp>
        <p:nvSpPr>
          <p:cNvPr id="11" name="タイトル 48">
            <a:extLst>
              <a:ext uri="{FF2B5EF4-FFF2-40B4-BE49-F238E27FC236}">
                <a16:creationId xmlns:a16="http://schemas.microsoft.com/office/drawing/2014/main" id="{8E2E19EB-8834-3268-9FDA-DEB17BC8C51B}"/>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）既存機能との変化点</a:t>
            </a:r>
            <a:endParaRPr lang="ja-JP" altLang="en-US" sz="2400" b="1" dirty="0">
              <a:latin typeface="Meiryo UI"/>
              <a:ea typeface="Meiryo UI"/>
            </a:endParaRPr>
          </a:p>
        </p:txBody>
      </p:sp>
      <p:sp>
        <p:nvSpPr>
          <p:cNvPr id="13" name="AutoShape 3">
            <a:extLst>
              <a:ext uri="{FF2B5EF4-FFF2-40B4-BE49-F238E27FC236}">
                <a16:creationId xmlns:a16="http://schemas.microsoft.com/office/drawing/2014/main" id="{0B5D79DA-48DA-DC62-BCCF-F26F34B5875C}"/>
              </a:ext>
            </a:extLst>
          </p:cNvPr>
          <p:cNvSpPr>
            <a:spLocks noChangeArrowheads="1"/>
          </p:cNvSpPr>
          <p:nvPr/>
        </p:nvSpPr>
        <p:spPr bwMode="auto">
          <a:xfrm>
            <a:off x="452845" y="1005660"/>
            <a:ext cx="11268100" cy="919393"/>
          </a:xfrm>
          <a:prstGeom prst="roundRect">
            <a:avLst>
              <a:gd name="adj" fmla="val 0"/>
            </a:avLst>
          </a:prstGeom>
          <a:solidFill>
            <a:schemeClr val="bg1"/>
          </a:solidFill>
          <a:ln>
            <a:noFill/>
          </a:ln>
          <a:effectLst/>
        </p:spPr>
        <p:txBody>
          <a:bodyPr wrap="square" lIns="180000" tIns="180000" rIns="108000" bIns="0" anchor="t">
            <a:noAutofit/>
          </a:bodyPr>
          <a:lstStyle/>
          <a:p>
            <a:pPr marL="285750" indent="-285750" fontAlgn="base">
              <a:buFont typeface="Arial" panose="020B0604020202020204" pitchFamily="34" charset="0"/>
              <a:buChar char="•"/>
            </a:pPr>
            <a:r>
              <a:rPr lang="en-US" altLang="ja-JP" dirty="0"/>
              <a:t>WEB</a:t>
            </a:r>
            <a:r>
              <a:rPr lang="ja-JP" altLang="en-US" dirty="0"/>
              <a:t>にログインで新環境証明書システムへアクセス可能に</a:t>
            </a:r>
            <a:endParaRPr lang="en-US" altLang="ja-JP" dirty="0"/>
          </a:p>
          <a:p>
            <a:pPr marL="285750" indent="-285750" fontAlgn="base">
              <a:buFont typeface="Arial" panose="020B0604020202020204" pitchFamily="34" charset="0"/>
              <a:buChar char="•"/>
            </a:pPr>
            <a:r>
              <a:rPr lang="ja-JP" altLang="en-US" dirty="0"/>
              <a:t>申請画面から申請→</a:t>
            </a:r>
            <a:r>
              <a:rPr lang="en-US" altLang="ja-JP" dirty="0"/>
              <a:t>AWS</a:t>
            </a:r>
            <a:r>
              <a:rPr lang="ja-JP" altLang="en-US" dirty="0"/>
              <a:t>→環境システムの流れは同じとしたい</a:t>
            </a:r>
            <a:endParaRPr lang="ja-JP" altLang="en-US" sz="240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正方形/長方形 1">
            <a:extLst>
              <a:ext uri="{FF2B5EF4-FFF2-40B4-BE49-F238E27FC236}">
                <a16:creationId xmlns:a16="http://schemas.microsoft.com/office/drawing/2014/main" id="{B5AA0E39-E99D-91C4-1434-F4CF5F2FF766}"/>
              </a:ext>
            </a:extLst>
          </p:cNvPr>
          <p:cNvSpPr/>
          <p:nvPr/>
        </p:nvSpPr>
        <p:spPr>
          <a:xfrm>
            <a:off x="3041583" y="2415942"/>
            <a:ext cx="2483318" cy="3840478"/>
          </a:xfrm>
          <a:prstGeom prst="rect">
            <a:avLst/>
          </a:prstGeom>
          <a:ln w="38100">
            <a:solidFill>
              <a:schemeClr val="accent6"/>
            </a:solidFill>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新環境証明書</a:t>
            </a:r>
            <a:endParaRPr kumimoji="1" lang="en-US" altLang="ja-JP" dirty="0"/>
          </a:p>
          <a:p>
            <a:pPr algn="ctr"/>
            <a:r>
              <a:rPr lang="ja-JP" altLang="en-US" dirty="0"/>
              <a:t>申請システム</a:t>
            </a:r>
            <a:endParaRPr kumimoji="1" lang="ja-JP" altLang="en-US" dirty="0"/>
          </a:p>
        </p:txBody>
      </p:sp>
      <p:sp>
        <p:nvSpPr>
          <p:cNvPr id="3" name="正方形/長方形 2">
            <a:extLst>
              <a:ext uri="{FF2B5EF4-FFF2-40B4-BE49-F238E27FC236}">
                <a16:creationId xmlns:a16="http://schemas.microsoft.com/office/drawing/2014/main" id="{0D9399A9-F769-8AC4-6FD8-F5A3CD8542D2}"/>
              </a:ext>
            </a:extLst>
          </p:cNvPr>
          <p:cNvSpPr/>
          <p:nvPr/>
        </p:nvSpPr>
        <p:spPr>
          <a:xfrm>
            <a:off x="689811" y="2415943"/>
            <a:ext cx="2098307" cy="3840478"/>
          </a:xfrm>
          <a:prstGeom prst="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新ヒロセ</a:t>
            </a:r>
            <a:r>
              <a:rPr kumimoji="1" lang="en-US" altLang="ja-JP" dirty="0"/>
              <a:t>WEB</a:t>
            </a:r>
            <a:endParaRPr kumimoji="1" lang="ja-JP" altLang="en-US" dirty="0"/>
          </a:p>
        </p:txBody>
      </p:sp>
      <p:pic>
        <p:nvPicPr>
          <p:cNvPr id="4" name="図 3" descr="ダイアグラム&#10;&#10;AI 生成コンテンツは誤りを含む可能性があります。">
            <a:extLst>
              <a:ext uri="{FF2B5EF4-FFF2-40B4-BE49-F238E27FC236}">
                <a16:creationId xmlns:a16="http://schemas.microsoft.com/office/drawing/2014/main" id="{EB946E87-2F7F-34EE-A2CE-B46CA28DC37A}"/>
              </a:ext>
            </a:extLst>
          </p:cNvPr>
          <p:cNvPicPr>
            <a:picLocks noChangeAspect="1"/>
          </p:cNvPicPr>
          <p:nvPr/>
        </p:nvPicPr>
        <p:blipFill>
          <a:blip r:embed="rId3"/>
          <a:srcRect l="30956" r="1"/>
          <a:stretch>
            <a:fillRect/>
          </a:stretch>
        </p:blipFill>
        <p:spPr>
          <a:xfrm>
            <a:off x="5903494" y="2069432"/>
            <a:ext cx="5810045" cy="4292867"/>
          </a:xfrm>
          <a:prstGeom prst="rect">
            <a:avLst/>
          </a:prstGeom>
        </p:spPr>
      </p:pic>
      <p:sp>
        <p:nvSpPr>
          <p:cNvPr id="5" name="正方形/長方形 4">
            <a:extLst>
              <a:ext uri="{FF2B5EF4-FFF2-40B4-BE49-F238E27FC236}">
                <a16:creationId xmlns:a16="http://schemas.microsoft.com/office/drawing/2014/main" id="{CBA2BCAA-E439-497E-3339-786F7A172F56}"/>
              </a:ext>
            </a:extLst>
          </p:cNvPr>
          <p:cNvSpPr/>
          <p:nvPr/>
        </p:nvSpPr>
        <p:spPr>
          <a:xfrm>
            <a:off x="818147" y="3839096"/>
            <a:ext cx="1848052" cy="3850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社員・販社ログイン</a:t>
            </a:r>
          </a:p>
        </p:txBody>
      </p:sp>
      <p:sp>
        <p:nvSpPr>
          <p:cNvPr id="7" name="正方形/長方形 6">
            <a:extLst>
              <a:ext uri="{FF2B5EF4-FFF2-40B4-BE49-F238E27FC236}">
                <a16:creationId xmlns:a16="http://schemas.microsoft.com/office/drawing/2014/main" id="{54C213EA-024F-65B2-5668-E41B5883B465}"/>
              </a:ext>
            </a:extLst>
          </p:cNvPr>
          <p:cNvSpPr/>
          <p:nvPr/>
        </p:nvSpPr>
        <p:spPr>
          <a:xfrm>
            <a:off x="818147" y="4344422"/>
            <a:ext cx="1848052" cy="3850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代理店ログイン</a:t>
            </a:r>
          </a:p>
        </p:txBody>
      </p:sp>
      <p:sp>
        <p:nvSpPr>
          <p:cNvPr id="9" name="正方形/長方形 8">
            <a:extLst>
              <a:ext uri="{FF2B5EF4-FFF2-40B4-BE49-F238E27FC236}">
                <a16:creationId xmlns:a16="http://schemas.microsoft.com/office/drawing/2014/main" id="{D136EBFE-25C5-ADCE-EFCC-79D45190AC2B}"/>
              </a:ext>
            </a:extLst>
          </p:cNvPr>
          <p:cNvSpPr/>
          <p:nvPr/>
        </p:nvSpPr>
        <p:spPr>
          <a:xfrm>
            <a:off x="3399489" y="3954795"/>
            <a:ext cx="895150" cy="9290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業務処理</a:t>
            </a:r>
          </a:p>
        </p:txBody>
      </p:sp>
      <p:sp>
        <p:nvSpPr>
          <p:cNvPr id="10" name="フローチャート: 複数書類 9">
            <a:extLst>
              <a:ext uri="{FF2B5EF4-FFF2-40B4-BE49-F238E27FC236}">
                <a16:creationId xmlns:a16="http://schemas.microsoft.com/office/drawing/2014/main" id="{BD4EE271-CA62-5D54-A7FD-9EFBCDB4F020}"/>
              </a:ext>
            </a:extLst>
          </p:cNvPr>
          <p:cNvSpPr/>
          <p:nvPr/>
        </p:nvSpPr>
        <p:spPr>
          <a:xfrm>
            <a:off x="4636170" y="4204083"/>
            <a:ext cx="615950" cy="430444"/>
          </a:xfrm>
          <a:prstGeom prst="flowChartMulti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ysClr val="windowText" lastClr="000000"/>
                </a:solidFill>
              </a:rPr>
              <a:t>ファイル</a:t>
            </a:r>
          </a:p>
        </p:txBody>
      </p:sp>
      <p:cxnSp>
        <p:nvCxnSpPr>
          <p:cNvPr id="15" name="直線矢印コネクタ 14">
            <a:extLst>
              <a:ext uri="{FF2B5EF4-FFF2-40B4-BE49-F238E27FC236}">
                <a16:creationId xmlns:a16="http://schemas.microsoft.com/office/drawing/2014/main" id="{CF2CE7BD-0896-6AB1-27AB-6D88180E8132}"/>
              </a:ext>
            </a:extLst>
          </p:cNvPr>
          <p:cNvCxnSpPr>
            <a:stCxn id="5" idx="3"/>
          </p:cNvCxnSpPr>
          <p:nvPr/>
        </p:nvCxnSpPr>
        <p:spPr>
          <a:xfrm>
            <a:off x="2666199" y="4031602"/>
            <a:ext cx="686601" cy="368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C1B2A9B1-BF84-A1EA-9DE8-C6A3C2E4292A}"/>
              </a:ext>
            </a:extLst>
          </p:cNvPr>
          <p:cNvCxnSpPr>
            <a:cxnSpLocks/>
            <a:stCxn id="7" idx="3"/>
            <a:endCxn id="9" idx="1"/>
          </p:cNvCxnSpPr>
          <p:nvPr/>
        </p:nvCxnSpPr>
        <p:spPr>
          <a:xfrm flipV="1">
            <a:off x="2666199" y="4419305"/>
            <a:ext cx="733290" cy="117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4F378358-4891-1D8C-1648-722593AF38F7}"/>
              </a:ext>
            </a:extLst>
          </p:cNvPr>
          <p:cNvCxnSpPr>
            <a:cxnSpLocks/>
            <a:stCxn id="9" idx="3"/>
            <a:endCxn id="10" idx="1"/>
          </p:cNvCxnSpPr>
          <p:nvPr/>
        </p:nvCxnSpPr>
        <p:spPr>
          <a:xfrm>
            <a:off x="4294639" y="4419305"/>
            <a:ext cx="34153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655694AF-23EA-E66F-E8FA-7503E7526378}"/>
              </a:ext>
            </a:extLst>
          </p:cNvPr>
          <p:cNvCxnSpPr>
            <a:cxnSpLocks/>
            <a:stCxn id="10" idx="3"/>
          </p:cNvCxnSpPr>
          <p:nvPr/>
        </p:nvCxnSpPr>
        <p:spPr>
          <a:xfrm flipV="1">
            <a:off x="5252120" y="4400550"/>
            <a:ext cx="843880" cy="187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吹き出し: 角を丸めた四角形 28">
            <a:extLst>
              <a:ext uri="{FF2B5EF4-FFF2-40B4-BE49-F238E27FC236}">
                <a16:creationId xmlns:a16="http://schemas.microsoft.com/office/drawing/2014/main" id="{8CAD0955-88D5-8CB3-3198-09196D53902C}"/>
              </a:ext>
            </a:extLst>
          </p:cNvPr>
          <p:cNvSpPr/>
          <p:nvPr/>
        </p:nvSpPr>
        <p:spPr>
          <a:xfrm>
            <a:off x="1926878" y="2903205"/>
            <a:ext cx="1512614" cy="828738"/>
          </a:xfrm>
          <a:prstGeom prst="wedgeRoundRectCallout">
            <a:avLst>
              <a:gd name="adj1" fmla="val 21543"/>
              <a:gd name="adj2" fmla="val 84772"/>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dirty="0">
                <a:solidFill>
                  <a:sysClr val="windowText" lastClr="000000"/>
                </a:solidFill>
              </a:rPr>
              <a:t>ユーザ情報の受け渡し必要</a:t>
            </a:r>
            <a:endParaRPr kumimoji="1" lang="ja-JP" altLang="en-US" sz="1400" dirty="0">
              <a:solidFill>
                <a:sysClr val="windowText" lastClr="000000"/>
              </a:solidFill>
            </a:endParaRPr>
          </a:p>
        </p:txBody>
      </p:sp>
      <p:sp>
        <p:nvSpPr>
          <p:cNvPr id="6" name="正方形/長方形 5">
            <a:extLst>
              <a:ext uri="{FF2B5EF4-FFF2-40B4-BE49-F238E27FC236}">
                <a16:creationId xmlns:a16="http://schemas.microsoft.com/office/drawing/2014/main" id="{C72A8721-C2E0-C2ED-9138-89F4FD95C6B6}"/>
              </a:ext>
            </a:extLst>
          </p:cNvPr>
          <p:cNvSpPr/>
          <p:nvPr/>
        </p:nvSpPr>
        <p:spPr>
          <a:xfrm>
            <a:off x="689811" y="1925053"/>
            <a:ext cx="4562309" cy="3360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申請する流れ</a:t>
            </a:r>
          </a:p>
        </p:txBody>
      </p:sp>
      <p:sp>
        <p:nvSpPr>
          <p:cNvPr id="12" name="吹き出し: 角を丸めた四角形 11">
            <a:extLst>
              <a:ext uri="{FF2B5EF4-FFF2-40B4-BE49-F238E27FC236}">
                <a16:creationId xmlns:a16="http://schemas.microsoft.com/office/drawing/2014/main" id="{55674653-E94D-FEA5-7A11-4A7A55CA7EAD}"/>
              </a:ext>
            </a:extLst>
          </p:cNvPr>
          <p:cNvSpPr/>
          <p:nvPr/>
        </p:nvSpPr>
        <p:spPr>
          <a:xfrm>
            <a:off x="3359438" y="5395012"/>
            <a:ext cx="1972736" cy="697097"/>
          </a:xfrm>
          <a:prstGeom prst="wedgeRoundRectCallout">
            <a:avLst>
              <a:gd name="adj1" fmla="val -23747"/>
              <a:gd name="adj2" fmla="val -104706"/>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ysClr val="windowText" lastClr="000000"/>
                </a:solidFill>
              </a:rPr>
              <a:t>ログの保管</a:t>
            </a:r>
            <a:r>
              <a:rPr lang="ja-JP" altLang="en-US" sz="1200" dirty="0">
                <a:solidFill>
                  <a:sysClr val="windowText" lastClr="000000"/>
                </a:solidFill>
              </a:rPr>
              <a:t>が必要</a:t>
            </a:r>
            <a:br>
              <a:rPr lang="en-US" altLang="ja-JP" sz="1200" dirty="0">
                <a:solidFill>
                  <a:sysClr val="windowText" lastClr="000000"/>
                </a:solidFill>
              </a:rPr>
            </a:br>
            <a:r>
              <a:rPr lang="ja-JP" altLang="en-US" sz="1200" dirty="0">
                <a:solidFill>
                  <a:sysClr val="windowText" lastClr="000000"/>
                </a:solidFill>
              </a:rPr>
              <a:t>（誰が、いつ、申請番号、連絡先）</a:t>
            </a:r>
            <a:endParaRPr kumimoji="1" lang="ja-JP" altLang="en-US" sz="1200" dirty="0">
              <a:solidFill>
                <a:sysClr val="windowText" lastClr="000000"/>
              </a:solidFill>
            </a:endParaRPr>
          </a:p>
        </p:txBody>
      </p:sp>
      <p:sp>
        <p:nvSpPr>
          <p:cNvPr id="17" name="吹き出し: 角を丸めた四角形 16">
            <a:extLst>
              <a:ext uri="{FF2B5EF4-FFF2-40B4-BE49-F238E27FC236}">
                <a16:creationId xmlns:a16="http://schemas.microsoft.com/office/drawing/2014/main" id="{6F8FB243-8C10-C640-F914-C5E8122B8E64}"/>
              </a:ext>
            </a:extLst>
          </p:cNvPr>
          <p:cNvSpPr/>
          <p:nvPr/>
        </p:nvSpPr>
        <p:spPr>
          <a:xfrm>
            <a:off x="4345806" y="3432736"/>
            <a:ext cx="1432560" cy="557527"/>
          </a:xfrm>
          <a:prstGeom prst="wedgeRoundRectCallout">
            <a:avLst>
              <a:gd name="adj1" fmla="val 14911"/>
              <a:gd name="adj2" fmla="val 83078"/>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ysClr val="windowText" lastClr="000000"/>
                </a:solidFill>
              </a:rPr>
              <a:t>申請ファイルを置きに行く</a:t>
            </a:r>
          </a:p>
        </p:txBody>
      </p:sp>
    </p:spTree>
    <p:extLst>
      <p:ext uri="{BB962C8B-B14F-4D97-AF65-F5344CB8AC3E}">
        <p14:creationId xmlns:p14="http://schemas.microsoft.com/office/powerpoint/2010/main" val="4131297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6EBDC-6A2F-5E03-E6F5-B5F64BA0B053}"/>
            </a:ext>
          </a:extLst>
        </p:cNvPr>
        <p:cNvGrpSpPr/>
        <p:nvPr/>
      </p:nvGrpSpPr>
      <p:grpSpPr>
        <a:xfrm>
          <a:off x="0" y="0"/>
          <a:ext cx="0" cy="0"/>
          <a:chOff x="0" y="0"/>
          <a:chExt cx="0" cy="0"/>
        </a:xfrm>
      </p:grpSpPr>
      <p:pic>
        <p:nvPicPr>
          <p:cNvPr id="12" name="図 11" descr="ダイアグラム, 概略図&#10;&#10;AI 生成コンテンツは誤りを含む可能性があります。">
            <a:extLst>
              <a:ext uri="{FF2B5EF4-FFF2-40B4-BE49-F238E27FC236}">
                <a16:creationId xmlns:a16="http://schemas.microsoft.com/office/drawing/2014/main" id="{3DF80A02-E5F0-D7A7-F5BA-8B0430995A2B}"/>
              </a:ext>
            </a:extLst>
          </p:cNvPr>
          <p:cNvPicPr>
            <a:picLocks noChangeAspect="1"/>
          </p:cNvPicPr>
          <p:nvPr/>
        </p:nvPicPr>
        <p:blipFill>
          <a:blip r:embed="rId3"/>
          <a:srcRect l="30731" t="13984"/>
          <a:stretch>
            <a:fillRect/>
          </a:stretch>
        </p:blipFill>
        <p:spPr>
          <a:xfrm>
            <a:off x="5699694" y="1990273"/>
            <a:ext cx="6106308" cy="4427619"/>
          </a:xfrm>
          <a:prstGeom prst="rect">
            <a:avLst/>
          </a:prstGeom>
        </p:spPr>
      </p:pic>
      <p:sp>
        <p:nvSpPr>
          <p:cNvPr id="8" name="スライド番号プレースホルダー 7">
            <a:extLst>
              <a:ext uri="{FF2B5EF4-FFF2-40B4-BE49-F238E27FC236}">
                <a16:creationId xmlns:a16="http://schemas.microsoft.com/office/drawing/2014/main" id="{3688AF28-87A8-F7FD-A966-D94B2C0E0A76}"/>
              </a:ext>
            </a:extLst>
          </p:cNvPr>
          <p:cNvSpPr>
            <a:spLocks noGrp="1"/>
          </p:cNvSpPr>
          <p:nvPr>
            <p:ph type="sldNum" sz="quarter" idx="12"/>
          </p:nvPr>
        </p:nvSpPr>
        <p:spPr/>
        <p:txBody>
          <a:bodyPr/>
          <a:lstStyle/>
          <a:p>
            <a:fld id="{19FF75DF-7FDB-DF48-865B-1099646D8BB7}" type="slidenum">
              <a:rPr lang="ja-JP" altLang="en-US" smtClean="0"/>
              <a:pPr/>
              <a:t>6</a:t>
            </a:fld>
            <a:endParaRPr lang="ja-JP" altLang="en-US"/>
          </a:p>
        </p:txBody>
      </p:sp>
      <p:sp>
        <p:nvSpPr>
          <p:cNvPr id="11" name="タイトル 48">
            <a:extLst>
              <a:ext uri="{FF2B5EF4-FFF2-40B4-BE49-F238E27FC236}">
                <a16:creationId xmlns:a16="http://schemas.microsoft.com/office/drawing/2014/main" id="{AA0C7E4C-DF7F-8DCE-0DC5-69F16A9B8319}"/>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）既存機能との変化点</a:t>
            </a:r>
            <a:endParaRPr lang="ja-JP" altLang="en-US" sz="2400" b="1" dirty="0">
              <a:latin typeface="Meiryo UI"/>
              <a:ea typeface="Meiryo UI"/>
            </a:endParaRPr>
          </a:p>
        </p:txBody>
      </p:sp>
      <p:sp>
        <p:nvSpPr>
          <p:cNvPr id="13" name="AutoShape 3">
            <a:extLst>
              <a:ext uri="{FF2B5EF4-FFF2-40B4-BE49-F238E27FC236}">
                <a16:creationId xmlns:a16="http://schemas.microsoft.com/office/drawing/2014/main" id="{110DD5CB-D791-9E4F-3534-6795F0DE9C0F}"/>
              </a:ext>
            </a:extLst>
          </p:cNvPr>
          <p:cNvSpPr>
            <a:spLocks noChangeArrowheads="1"/>
          </p:cNvSpPr>
          <p:nvPr/>
        </p:nvSpPr>
        <p:spPr bwMode="auto">
          <a:xfrm>
            <a:off x="452845" y="1005660"/>
            <a:ext cx="11268100" cy="919393"/>
          </a:xfrm>
          <a:prstGeom prst="roundRect">
            <a:avLst>
              <a:gd name="adj" fmla="val 0"/>
            </a:avLst>
          </a:prstGeom>
          <a:solidFill>
            <a:schemeClr val="bg1"/>
          </a:solidFill>
          <a:ln>
            <a:noFill/>
          </a:ln>
          <a:effectLst/>
        </p:spPr>
        <p:txBody>
          <a:bodyPr wrap="square" lIns="180000" tIns="180000" rIns="108000" bIns="0" anchor="t">
            <a:noAutofit/>
          </a:bodyPr>
          <a:lstStyle/>
          <a:p>
            <a:pPr marL="342900" indent="-342900">
              <a:spcBef>
                <a:spcPct val="0"/>
              </a:spcBef>
              <a:spcAft>
                <a:spcPts val="1200"/>
              </a:spcAft>
              <a:buFont typeface="Arial" panose="020B0604020202020204" pitchFamily="34" charset="0"/>
              <a:buChar char="•"/>
            </a:pPr>
            <a:r>
              <a:rPr lang="ja-JP" altLang="en-US" sz="2400" dirty="0">
                <a:latin typeface="Meiryo UI" panose="020B0604030504040204" pitchFamily="50" charset="-128"/>
                <a:ea typeface="Meiryo UI" panose="020B0604030504040204" pitchFamily="50" charset="-128"/>
                <a:cs typeface="Meiryo UI" panose="020B0604030504040204" pitchFamily="50" charset="-128"/>
              </a:rPr>
              <a:t>ユーザ画面でファイルが出来たらダウンロード、通知メールも従来通り飛ばしたい</a:t>
            </a:r>
          </a:p>
        </p:txBody>
      </p:sp>
      <p:sp>
        <p:nvSpPr>
          <p:cNvPr id="2" name="正方形/長方形 1">
            <a:extLst>
              <a:ext uri="{FF2B5EF4-FFF2-40B4-BE49-F238E27FC236}">
                <a16:creationId xmlns:a16="http://schemas.microsoft.com/office/drawing/2014/main" id="{BDEA6202-97AB-906A-0455-4C7C781D171E}"/>
              </a:ext>
            </a:extLst>
          </p:cNvPr>
          <p:cNvSpPr/>
          <p:nvPr/>
        </p:nvSpPr>
        <p:spPr>
          <a:xfrm>
            <a:off x="3041583" y="2415942"/>
            <a:ext cx="2483318" cy="3840478"/>
          </a:xfrm>
          <a:prstGeom prst="rect">
            <a:avLst/>
          </a:prstGeom>
          <a:ln w="38100">
            <a:solidFill>
              <a:schemeClr val="accent6"/>
            </a:solidFill>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新環境証明書</a:t>
            </a:r>
            <a:endParaRPr kumimoji="1" lang="en-US" altLang="ja-JP" dirty="0"/>
          </a:p>
          <a:p>
            <a:pPr algn="ctr"/>
            <a:r>
              <a:rPr lang="ja-JP" altLang="en-US" dirty="0"/>
              <a:t>申請システム</a:t>
            </a:r>
            <a:endParaRPr kumimoji="1" lang="ja-JP" altLang="en-US" dirty="0"/>
          </a:p>
        </p:txBody>
      </p:sp>
      <p:sp>
        <p:nvSpPr>
          <p:cNvPr id="3" name="正方形/長方形 2">
            <a:extLst>
              <a:ext uri="{FF2B5EF4-FFF2-40B4-BE49-F238E27FC236}">
                <a16:creationId xmlns:a16="http://schemas.microsoft.com/office/drawing/2014/main" id="{9CB7AFAC-CC67-C6A9-BF11-6A1E271B228A}"/>
              </a:ext>
            </a:extLst>
          </p:cNvPr>
          <p:cNvSpPr/>
          <p:nvPr/>
        </p:nvSpPr>
        <p:spPr>
          <a:xfrm>
            <a:off x="689811" y="2415943"/>
            <a:ext cx="2098307" cy="3840478"/>
          </a:xfrm>
          <a:prstGeom prst="rect">
            <a:avLst/>
          </a:prstGeom>
          <a:ln/>
        </p:spPr>
        <p:style>
          <a:lnRef idx="2">
            <a:schemeClr val="accent1"/>
          </a:lnRef>
          <a:fillRef idx="1">
            <a:schemeClr val="lt1"/>
          </a:fillRef>
          <a:effectRef idx="0">
            <a:schemeClr val="accent1"/>
          </a:effectRef>
          <a:fontRef idx="minor">
            <a:schemeClr val="dk1"/>
          </a:fontRef>
        </p:style>
        <p:txBody>
          <a:bodyPr rtlCol="0" anchor="t"/>
          <a:lstStyle/>
          <a:p>
            <a:pPr algn="ctr"/>
            <a:r>
              <a:rPr kumimoji="1" lang="ja-JP" altLang="en-US" dirty="0"/>
              <a:t>新ヒロセ</a:t>
            </a:r>
            <a:r>
              <a:rPr kumimoji="1" lang="en-US" altLang="ja-JP" dirty="0"/>
              <a:t>WEB</a:t>
            </a:r>
            <a:endParaRPr kumimoji="1" lang="ja-JP" altLang="en-US" dirty="0"/>
          </a:p>
        </p:txBody>
      </p:sp>
      <p:sp>
        <p:nvSpPr>
          <p:cNvPr id="5" name="正方形/長方形 4">
            <a:extLst>
              <a:ext uri="{FF2B5EF4-FFF2-40B4-BE49-F238E27FC236}">
                <a16:creationId xmlns:a16="http://schemas.microsoft.com/office/drawing/2014/main" id="{33B67C7A-EE45-3AD4-2F01-818E234295CC}"/>
              </a:ext>
            </a:extLst>
          </p:cNvPr>
          <p:cNvSpPr/>
          <p:nvPr/>
        </p:nvSpPr>
        <p:spPr>
          <a:xfrm>
            <a:off x="818147" y="3839096"/>
            <a:ext cx="1848052" cy="3850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社員・販社ログイン</a:t>
            </a:r>
          </a:p>
        </p:txBody>
      </p:sp>
      <p:sp>
        <p:nvSpPr>
          <p:cNvPr id="7" name="正方形/長方形 6">
            <a:extLst>
              <a:ext uri="{FF2B5EF4-FFF2-40B4-BE49-F238E27FC236}">
                <a16:creationId xmlns:a16="http://schemas.microsoft.com/office/drawing/2014/main" id="{A94140F0-5734-44E9-11AD-E108CAFFAD9A}"/>
              </a:ext>
            </a:extLst>
          </p:cNvPr>
          <p:cNvSpPr/>
          <p:nvPr/>
        </p:nvSpPr>
        <p:spPr>
          <a:xfrm>
            <a:off x="818147" y="4344422"/>
            <a:ext cx="1848052" cy="38501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代理店ログイン</a:t>
            </a:r>
          </a:p>
        </p:txBody>
      </p:sp>
      <p:sp>
        <p:nvSpPr>
          <p:cNvPr id="9" name="正方形/長方形 8">
            <a:extLst>
              <a:ext uri="{FF2B5EF4-FFF2-40B4-BE49-F238E27FC236}">
                <a16:creationId xmlns:a16="http://schemas.microsoft.com/office/drawing/2014/main" id="{2549D3C4-7E1D-397E-5226-28FB177E31BF}"/>
              </a:ext>
            </a:extLst>
          </p:cNvPr>
          <p:cNvSpPr/>
          <p:nvPr/>
        </p:nvSpPr>
        <p:spPr>
          <a:xfrm>
            <a:off x="3399489" y="3954795"/>
            <a:ext cx="895150" cy="9290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ysClr val="windowText" lastClr="000000"/>
                </a:solidFill>
              </a:rPr>
              <a:t>業務処理</a:t>
            </a:r>
          </a:p>
        </p:txBody>
      </p:sp>
      <p:sp>
        <p:nvSpPr>
          <p:cNvPr id="10" name="フローチャート: 複数書類 9">
            <a:extLst>
              <a:ext uri="{FF2B5EF4-FFF2-40B4-BE49-F238E27FC236}">
                <a16:creationId xmlns:a16="http://schemas.microsoft.com/office/drawing/2014/main" id="{8D13252B-F77C-896C-666E-C4CBF736CA51}"/>
              </a:ext>
            </a:extLst>
          </p:cNvPr>
          <p:cNvSpPr/>
          <p:nvPr/>
        </p:nvSpPr>
        <p:spPr>
          <a:xfrm>
            <a:off x="4636170" y="4204083"/>
            <a:ext cx="615950" cy="430444"/>
          </a:xfrm>
          <a:prstGeom prst="flowChartMulti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ysClr val="windowText" lastClr="000000"/>
                </a:solidFill>
              </a:rPr>
              <a:t>ファイル</a:t>
            </a:r>
          </a:p>
        </p:txBody>
      </p:sp>
      <p:cxnSp>
        <p:nvCxnSpPr>
          <p:cNvPr id="15" name="直線矢印コネクタ 14">
            <a:extLst>
              <a:ext uri="{FF2B5EF4-FFF2-40B4-BE49-F238E27FC236}">
                <a16:creationId xmlns:a16="http://schemas.microsoft.com/office/drawing/2014/main" id="{B94C439A-EFDE-0755-A40F-68F7706A51B9}"/>
              </a:ext>
            </a:extLst>
          </p:cNvPr>
          <p:cNvCxnSpPr>
            <a:stCxn id="5" idx="3"/>
          </p:cNvCxnSpPr>
          <p:nvPr/>
        </p:nvCxnSpPr>
        <p:spPr>
          <a:xfrm>
            <a:off x="2666199" y="4031602"/>
            <a:ext cx="686601" cy="3689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CFCA9C40-90EA-023D-F04B-71B46856A079}"/>
              </a:ext>
            </a:extLst>
          </p:cNvPr>
          <p:cNvCxnSpPr>
            <a:cxnSpLocks/>
            <a:stCxn id="7" idx="3"/>
            <a:endCxn id="9" idx="1"/>
          </p:cNvCxnSpPr>
          <p:nvPr/>
        </p:nvCxnSpPr>
        <p:spPr>
          <a:xfrm flipV="1">
            <a:off x="2666199" y="4419305"/>
            <a:ext cx="733290" cy="117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C062E5A5-07B2-5130-58FE-1BABFCDCFDAA}"/>
              </a:ext>
            </a:extLst>
          </p:cNvPr>
          <p:cNvCxnSpPr>
            <a:cxnSpLocks/>
          </p:cNvCxnSpPr>
          <p:nvPr/>
        </p:nvCxnSpPr>
        <p:spPr>
          <a:xfrm flipV="1">
            <a:off x="4294639" y="4224107"/>
            <a:ext cx="1801361" cy="10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吹き出し: 角を丸めた四角形 28">
            <a:extLst>
              <a:ext uri="{FF2B5EF4-FFF2-40B4-BE49-F238E27FC236}">
                <a16:creationId xmlns:a16="http://schemas.microsoft.com/office/drawing/2014/main" id="{30FD2DC6-54E3-2275-9FB2-35B853DB4DAE}"/>
              </a:ext>
            </a:extLst>
          </p:cNvPr>
          <p:cNvSpPr/>
          <p:nvPr/>
        </p:nvSpPr>
        <p:spPr>
          <a:xfrm>
            <a:off x="1738964" y="6031588"/>
            <a:ext cx="1998075" cy="658884"/>
          </a:xfrm>
          <a:prstGeom prst="wedgeRoundRectCallout">
            <a:avLst>
              <a:gd name="adj1" fmla="val 27598"/>
              <a:gd name="adj2" fmla="val -79187"/>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dirty="0">
                <a:solidFill>
                  <a:sysClr val="windowText" lastClr="000000"/>
                </a:solidFill>
              </a:rPr>
              <a:t>ファイルが出来た通知メール</a:t>
            </a:r>
            <a:endParaRPr kumimoji="1" lang="ja-JP" altLang="en-US" sz="1600" dirty="0">
              <a:solidFill>
                <a:sysClr val="windowText" lastClr="000000"/>
              </a:solidFill>
            </a:endParaRPr>
          </a:p>
        </p:txBody>
      </p:sp>
      <p:sp>
        <p:nvSpPr>
          <p:cNvPr id="6" name="正方形/長方形 5">
            <a:extLst>
              <a:ext uri="{FF2B5EF4-FFF2-40B4-BE49-F238E27FC236}">
                <a16:creationId xmlns:a16="http://schemas.microsoft.com/office/drawing/2014/main" id="{D0D14178-3247-3316-B2C0-5212FE3679DF}"/>
              </a:ext>
            </a:extLst>
          </p:cNvPr>
          <p:cNvSpPr/>
          <p:nvPr/>
        </p:nvSpPr>
        <p:spPr>
          <a:xfrm>
            <a:off x="689811" y="1925053"/>
            <a:ext cx="4562309" cy="3360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証明書を受領する流れ</a:t>
            </a:r>
          </a:p>
        </p:txBody>
      </p:sp>
      <p:cxnSp>
        <p:nvCxnSpPr>
          <p:cNvPr id="17" name="コネクタ: 曲線 16">
            <a:extLst>
              <a:ext uri="{FF2B5EF4-FFF2-40B4-BE49-F238E27FC236}">
                <a16:creationId xmlns:a16="http://schemas.microsoft.com/office/drawing/2014/main" id="{CB175FF7-8742-06B0-7037-948A4E5774B0}"/>
              </a:ext>
            </a:extLst>
          </p:cNvPr>
          <p:cNvCxnSpPr>
            <a:cxnSpLocks/>
            <a:stCxn id="9" idx="0"/>
          </p:cNvCxnSpPr>
          <p:nvPr/>
        </p:nvCxnSpPr>
        <p:spPr>
          <a:xfrm rot="16200000" flipH="1">
            <a:off x="3986948" y="3814911"/>
            <a:ext cx="167808" cy="447577"/>
          </a:xfrm>
          <a:prstGeom prst="curvedConnector4">
            <a:avLst>
              <a:gd name="adj1" fmla="val -136227"/>
              <a:gd name="adj2" fmla="val 14516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フローチャート: 複数書類 31">
            <a:extLst>
              <a:ext uri="{FF2B5EF4-FFF2-40B4-BE49-F238E27FC236}">
                <a16:creationId xmlns:a16="http://schemas.microsoft.com/office/drawing/2014/main" id="{6933D304-2DBD-18BC-9B9B-48FBE3EFB1D3}"/>
              </a:ext>
            </a:extLst>
          </p:cNvPr>
          <p:cNvSpPr/>
          <p:nvPr/>
        </p:nvSpPr>
        <p:spPr>
          <a:xfrm>
            <a:off x="4931743" y="4614075"/>
            <a:ext cx="684700" cy="430444"/>
          </a:xfrm>
          <a:prstGeom prst="flowChartMulti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ysClr val="windowText" lastClr="000000"/>
                </a:solidFill>
              </a:rPr>
              <a:t>制御ファイル</a:t>
            </a:r>
          </a:p>
        </p:txBody>
      </p:sp>
      <p:cxnSp>
        <p:nvCxnSpPr>
          <p:cNvPr id="40" name="直線矢印コネクタ 39">
            <a:extLst>
              <a:ext uri="{FF2B5EF4-FFF2-40B4-BE49-F238E27FC236}">
                <a16:creationId xmlns:a16="http://schemas.microsoft.com/office/drawing/2014/main" id="{CC85C939-63CA-128D-B027-A383D07DAD1A}"/>
              </a:ext>
            </a:extLst>
          </p:cNvPr>
          <p:cNvCxnSpPr/>
          <p:nvPr/>
        </p:nvCxnSpPr>
        <p:spPr>
          <a:xfrm flipH="1">
            <a:off x="4294639" y="4536928"/>
            <a:ext cx="1701900" cy="77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516A5960-0FA0-A11B-EB4A-A0956F58CED6}"/>
              </a:ext>
            </a:extLst>
          </p:cNvPr>
          <p:cNvSpPr txBox="1"/>
          <p:nvPr/>
        </p:nvSpPr>
        <p:spPr>
          <a:xfrm>
            <a:off x="3582399" y="3246674"/>
            <a:ext cx="1757212" cy="461665"/>
          </a:xfrm>
          <a:prstGeom prst="rect">
            <a:avLst/>
          </a:prstGeom>
          <a:noFill/>
        </p:spPr>
        <p:txBody>
          <a:bodyPr wrap="none" rtlCol="0">
            <a:spAutoFit/>
          </a:bodyPr>
          <a:lstStyle/>
          <a:p>
            <a:r>
              <a:rPr kumimoji="1" lang="en-US" altLang="ja-JP" sz="1200" dirty="0"/>
              <a:t>S3</a:t>
            </a:r>
            <a:r>
              <a:rPr kumimoji="1" lang="ja-JP" altLang="en-US" sz="1200" dirty="0"/>
              <a:t>を定期的にファイル</a:t>
            </a:r>
            <a:endParaRPr kumimoji="1" lang="en-US" altLang="ja-JP" sz="1200" dirty="0"/>
          </a:p>
          <a:p>
            <a:r>
              <a:rPr kumimoji="1" lang="ja-JP" altLang="en-US" sz="1200" dirty="0"/>
              <a:t>チェック</a:t>
            </a:r>
          </a:p>
        </p:txBody>
      </p:sp>
      <p:sp>
        <p:nvSpPr>
          <p:cNvPr id="42" name="テキスト ボックス 41">
            <a:extLst>
              <a:ext uri="{FF2B5EF4-FFF2-40B4-BE49-F238E27FC236}">
                <a16:creationId xmlns:a16="http://schemas.microsoft.com/office/drawing/2014/main" id="{4C00A02D-7A89-694A-2264-F5D46C17943E}"/>
              </a:ext>
            </a:extLst>
          </p:cNvPr>
          <p:cNvSpPr txBox="1"/>
          <p:nvPr/>
        </p:nvSpPr>
        <p:spPr>
          <a:xfrm>
            <a:off x="3982915" y="5056393"/>
            <a:ext cx="1675153" cy="646331"/>
          </a:xfrm>
          <a:prstGeom prst="rect">
            <a:avLst/>
          </a:prstGeom>
          <a:noFill/>
        </p:spPr>
        <p:txBody>
          <a:bodyPr wrap="square" rtlCol="0">
            <a:spAutoFit/>
          </a:bodyPr>
          <a:lstStyle/>
          <a:p>
            <a:r>
              <a:rPr kumimoji="1" lang="en-US" altLang="ja-JP" sz="1200" dirty="0"/>
              <a:t>S3</a:t>
            </a:r>
            <a:r>
              <a:rPr kumimoji="1" lang="ja-JP" altLang="en-US" sz="1200" dirty="0"/>
              <a:t>から制御ファイルと連携ファイルの取り込み</a:t>
            </a:r>
          </a:p>
        </p:txBody>
      </p:sp>
      <p:pic>
        <p:nvPicPr>
          <p:cNvPr id="44" name="グラフィックス 43" descr="封筒 枠線">
            <a:extLst>
              <a:ext uri="{FF2B5EF4-FFF2-40B4-BE49-F238E27FC236}">
                <a16:creationId xmlns:a16="http://schemas.microsoft.com/office/drawing/2014/main" id="{AFA4A3AD-1938-3FB7-4913-E6ACFD21D9D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087455" y="5336721"/>
            <a:ext cx="565016" cy="565016"/>
          </a:xfrm>
          <a:prstGeom prst="rect">
            <a:avLst/>
          </a:prstGeom>
        </p:spPr>
      </p:pic>
      <p:sp>
        <p:nvSpPr>
          <p:cNvPr id="45" name="吹き出し: 角を丸めた四角形 44">
            <a:extLst>
              <a:ext uri="{FF2B5EF4-FFF2-40B4-BE49-F238E27FC236}">
                <a16:creationId xmlns:a16="http://schemas.microsoft.com/office/drawing/2014/main" id="{5F27CEB9-72B5-BA93-8EC9-A28B8FCFE967}"/>
              </a:ext>
            </a:extLst>
          </p:cNvPr>
          <p:cNvSpPr/>
          <p:nvPr/>
        </p:nvSpPr>
        <p:spPr>
          <a:xfrm>
            <a:off x="4007717" y="5864216"/>
            <a:ext cx="1848052" cy="768898"/>
          </a:xfrm>
          <a:prstGeom prst="wedgeRoundRectCallout">
            <a:avLst>
              <a:gd name="adj1" fmla="val -174"/>
              <a:gd name="adj2" fmla="val -85754"/>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ysClr val="windowText" lastClr="000000"/>
                </a:solidFill>
              </a:rPr>
              <a:t>ユーザ画面で申請履歴</a:t>
            </a:r>
            <a:endParaRPr kumimoji="1" lang="en-US" altLang="ja-JP" sz="1200" dirty="0">
              <a:solidFill>
                <a:sysClr val="windowText" lastClr="000000"/>
              </a:solidFill>
            </a:endParaRPr>
          </a:p>
          <a:p>
            <a:r>
              <a:rPr kumimoji="1" lang="ja-JP" altLang="en-US" sz="1200" dirty="0">
                <a:solidFill>
                  <a:sysClr val="windowText" lastClr="000000"/>
                </a:solidFill>
              </a:rPr>
              <a:t>ファイルダウンロード</a:t>
            </a:r>
          </a:p>
        </p:txBody>
      </p:sp>
      <p:cxnSp>
        <p:nvCxnSpPr>
          <p:cNvPr id="47" name="直線矢印コネクタ 46">
            <a:extLst>
              <a:ext uri="{FF2B5EF4-FFF2-40B4-BE49-F238E27FC236}">
                <a16:creationId xmlns:a16="http://schemas.microsoft.com/office/drawing/2014/main" id="{9372237B-7167-0DA6-0DD8-42AF9E1EBDEC}"/>
              </a:ext>
            </a:extLst>
          </p:cNvPr>
          <p:cNvCxnSpPr>
            <a:cxnSpLocks/>
            <a:stCxn id="9" idx="2"/>
          </p:cNvCxnSpPr>
          <p:nvPr/>
        </p:nvCxnSpPr>
        <p:spPr>
          <a:xfrm flipH="1">
            <a:off x="3352800" y="4883815"/>
            <a:ext cx="494264" cy="6025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吹き出し: 角を丸めた四角形 3">
            <a:extLst>
              <a:ext uri="{FF2B5EF4-FFF2-40B4-BE49-F238E27FC236}">
                <a16:creationId xmlns:a16="http://schemas.microsoft.com/office/drawing/2014/main" id="{37888B87-3BF0-03A3-E55F-071ABEAFCDEA}"/>
              </a:ext>
            </a:extLst>
          </p:cNvPr>
          <p:cNvSpPr/>
          <p:nvPr/>
        </p:nvSpPr>
        <p:spPr>
          <a:xfrm>
            <a:off x="6126447" y="5486400"/>
            <a:ext cx="2591699" cy="996712"/>
          </a:xfrm>
          <a:prstGeom prst="wedgeRoundRectCallout">
            <a:avLst>
              <a:gd name="adj1" fmla="val -59078"/>
              <a:gd name="adj2" fmla="val -87642"/>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ysClr val="windowText" lastClr="000000"/>
                </a:solidFill>
              </a:rPr>
              <a:t>証明書は日・英併記で同じファイル</a:t>
            </a:r>
            <a:endParaRPr lang="en-US" altLang="ja-JP" sz="1200" dirty="0">
              <a:solidFill>
                <a:sysClr val="windowText" lastClr="000000"/>
              </a:solidFill>
            </a:endParaRPr>
          </a:p>
          <a:p>
            <a:r>
              <a:rPr kumimoji="1" lang="en-US" altLang="ja-JP" sz="1200" dirty="0">
                <a:solidFill>
                  <a:srgbClr val="FF0000"/>
                </a:solidFill>
              </a:rPr>
              <a:t>※</a:t>
            </a:r>
            <a:r>
              <a:rPr kumimoji="1" lang="en-US" altLang="ja-JP" sz="1200" dirty="0" err="1">
                <a:solidFill>
                  <a:srgbClr val="FF0000"/>
                </a:solidFill>
              </a:rPr>
              <a:t>Chemchelpa</a:t>
            </a:r>
            <a:r>
              <a:rPr kumimoji="1" lang="ja-JP" altLang="en-US" sz="1200" dirty="0">
                <a:solidFill>
                  <a:srgbClr val="FF0000"/>
                </a:solidFill>
              </a:rPr>
              <a:t>のみ日・英分かれているかも（要確認）</a:t>
            </a:r>
            <a:endParaRPr kumimoji="1" lang="en-US" altLang="ja-JP" sz="1200" dirty="0">
              <a:solidFill>
                <a:srgbClr val="FF0000"/>
              </a:solidFill>
            </a:endParaRPr>
          </a:p>
        </p:txBody>
      </p:sp>
    </p:spTree>
    <p:extLst>
      <p:ext uri="{BB962C8B-B14F-4D97-AF65-F5344CB8AC3E}">
        <p14:creationId xmlns:p14="http://schemas.microsoft.com/office/powerpoint/2010/main" val="1543454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7C055-24A7-BBD2-BB84-9B8E70C91B68}"/>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FDE702CA-0775-427D-C7E0-6FDF8D921709}"/>
              </a:ext>
            </a:extLst>
          </p:cNvPr>
          <p:cNvSpPr>
            <a:spLocks noGrp="1"/>
          </p:cNvSpPr>
          <p:nvPr>
            <p:ph type="sldNum" sz="quarter" idx="12"/>
          </p:nvPr>
        </p:nvSpPr>
        <p:spPr/>
        <p:txBody>
          <a:bodyPr/>
          <a:lstStyle/>
          <a:p>
            <a:fld id="{19FF75DF-7FDB-DF48-865B-1099646D8BB7}" type="slidenum">
              <a:rPr lang="ja-JP" altLang="en-US" smtClean="0"/>
              <a:pPr/>
              <a:t>7</a:t>
            </a:fld>
            <a:endParaRPr lang="ja-JP" altLang="en-US"/>
          </a:p>
        </p:txBody>
      </p:sp>
      <p:sp>
        <p:nvSpPr>
          <p:cNvPr id="11" name="タイトル 48">
            <a:extLst>
              <a:ext uri="{FF2B5EF4-FFF2-40B4-BE49-F238E27FC236}">
                <a16:creationId xmlns:a16="http://schemas.microsoft.com/office/drawing/2014/main" id="{9305113A-A332-9CE6-A94C-7F4E1087D0C2}"/>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）必要機能</a:t>
            </a:r>
            <a:endParaRPr lang="ja-JP" altLang="en-US" sz="2400" b="1" dirty="0">
              <a:latin typeface="Meiryo UI"/>
              <a:ea typeface="Meiryo UI"/>
            </a:endParaRPr>
          </a:p>
        </p:txBody>
      </p:sp>
      <p:sp>
        <p:nvSpPr>
          <p:cNvPr id="13" name="AutoShape 3">
            <a:extLst>
              <a:ext uri="{FF2B5EF4-FFF2-40B4-BE49-F238E27FC236}">
                <a16:creationId xmlns:a16="http://schemas.microsoft.com/office/drawing/2014/main" id="{89C74B7E-84C4-DDDB-7197-0B7773C699B0}"/>
              </a:ext>
            </a:extLst>
          </p:cNvPr>
          <p:cNvSpPr>
            <a:spLocks noChangeArrowheads="1"/>
          </p:cNvSpPr>
          <p:nvPr/>
        </p:nvSpPr>
        <p:spPr bwMode="auto">
          <a:xfrm>
            <a:off x="452845" y="1005661"/>
            <a:ext cx="11268100" cy="4421472"/>
          </a:xfrm>
          <a:prstGeom prst="roundRect">
            <a:avLst>
              <a:gd name="adj" fmla="val 0"/>
            </a:avLst>
          </a:prstGeom>
          <a:solidFill>
            <a:schemeClr val="bg1"/>
          </a:solidFill>
          <a:ln>
            <a:noFill/>
          </a:ln>
          <a:effectLst/>
        </p:spPr>
        <p:txBody>
          <a:bodyPr wrap="square" lIns="180000" tIns="180000" rIns="108000" bIns="0" anchor="t">
            <a:noAutofit/>
          </a:bodyPr>
          <a:lstStyle/>
          <a:p>
            <a:pPr marL="342900" indent="-342900">
              <a:spcBef>
                <a:spcPct val="0"/>
              </a:spcBef>
              <a:spcAft>
                <a:spcPts val="1200"/>
              </a:spcAft>
              <a:buFont typeface="+mj-lt"/>
              <a:buAutoNum type="arabicPeriod"/>
            </a:pPr>
            <a:r>
              <a:rPr lang="ja-JP" altLang="en-US" dirty="0">
                <a:latin typeface="Meiryo UI" panose="020B0604030504040204" pitchFamily="50" charset="-128"/>
                <a:ea typeface="Meiryo UI" panose="020B0604030504040204" pitchFamily="50" charset="-128"/>
                <a:cs typeface="Meiryo UI" panose="020B0604030504040204" pitchFamily="50" charset="-128"/>
              </a:rPr>
              <a:t>代理店、社員のみの利用（</a:t>
            </a:r>
            <a:r>
              <a:rPr lang="en-US" altLang="ja-JP" dirty="0">
                <a:latin typeface="Meiryo UI" panose="020B0604030504040204" pitchFamily="50" charset="-128"/>
                <a:ea typeface="Meiryo UI" panose="020B0604030504040204" pitchFamily="50" charset="-128"/>
                <a:cs typeface="Meiryo UI" panose="020B0604030504040204" pitchFamily="50" charset="-128"/>
              </a:rPr>
              <a:t>WEB</a:t>
            </a:r>
            <a:r>
              <a:rPr lang="ja-JP" altLang="en-US" dirty="0">
                <a:latin typeface="Meiryo UI" panose="020B0604030504040204" pitchFamily="50" charset="-128"/>
                <a:ea typeface="Meiryo UI" panose="020B0604030504040204" pitchFamily="50" charset="-128"/>
                <a:cs typeface="Meiryo UI" panose="020B0604030504040204" pitchFamily="50" charset="-128"/>
              </a:rPr>
              <a:t>のユーザ管理を利用する？どうやって渡すか）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pPr marL="342900" indent="-342900">
              <a:spcBef>
                <a:spcPct val="0"/>
              </a:spcBef>
              <a:spcAft>
                <a:spcPts val="1200"/>
              </a:spcAft>
              <a:buFont typeface="+mj-lt"/>
              <a:buAutoNum type="arabicPeriod"/>
            </a:pPr>
            <a:r>
              <a:rPr lang="ja-JP" altLang="en-US" b="1" dirty="0">
                <a:latin typeface="Meiryo UI" panose="020B0604030504040204" pitchFamily="50" charset="-128"/>
                <a:ea typeface="Meiryo UI" panose="020B0604030504040204" pitchFamily="50" charset="-128"/>
                <a:cs typeface="Meiryo UI" panose="020B0604030504040204" pitchFamily="50" charset="-128"/>
              </a:rPr>
              <a:t>代理店はヒロセ</a:t>
            </a:r>
            <a:r>
              <a:rPr lang="en-US" altLang="ja-JP" b="1" dirty="0">
                <a:latin typeface="Meiryo UI" panose="020B0604030504040204" pitchFamily="50" charset="-128"/>
                <a:ea typeface="Meiryo UI" panose="020B0604030504040204" pitchFamily="50" charset="-128"/>
                <a:cs typeface="Meiryo UI" panose="020B0604030504040204" pitchFamily="50" charset="-128"/>
              </a:rPr>
              <a:t>WEB</a:t>
            </a:r>
            <a:r>
              <a:rPr lang="ja-JP" altLang="en-US" b="1" dirty="0">
                <a:latin typeface="Meiryo UI" panose="020B0604030504040204" pitchFamily="50" charset="-128"/>
                <a:ea typeface="Meiryo UI" panose="020B0604030504040204" pitchFamily="50" charset="-128"/>
                <a:cs typeface="Meiryo UI" panose="020B0604030504040204" pitchFamily="50" charset="-128"/>
              </a:rPr>
              <a:t>掲載品のみ申請</a:t>
            </a:r>
            <a:r>
              <a:rPr lang="ja-JP" altLang="en-US" dirty="0">
                <a:latin typeface="Meiryo UI" panose="020B0604030504040204" pitchFamily="50" charset="-128"/>
                <a:ea typeface="Meiryo UI" panose="020B0604030504040204" pitchFamily="50" charset="-128"/>
                <a:cs typeface="Meiryo UI" panose="020B0604030504040204" pitchFamily="50" charset="-128"/>
              </a:rPr>
              <a:t>、社員はすべて</a:t>
            </a:r>
            <a:br>
              <a:rPr lang="en-US" altLang="ja-JP" dirty="0">
                <a:latin typeface="Meiryo UI" panose="020B0604030504040204" pitchFamily="50" charset="-128"/>
                <a:ea typeface="Meiryo UI" panose="020B0604030504040204" pitchFamily="50" charset="-128"/>
                <a:cs typeface="Meiryo UI" panose="020B0604030504040204" pitchFamily="50" charset="-128"/>
              </a:rPr>
            </a:br>
            <a:r>
              <a:rPr lang="en-US" altLang="ja-JP" dirty="0">
                <a:latin typeface="Meiryo UI" panose="020B0604030504040204" pitchFamily="50" charset="-128"/>
                <a:ea typeface="Meiryo UI" panose="020B0604030504040204" pitchFamily="50" charset="-128"/>
                <a:cs typeface="Meiryo UI" panose="020B0604030504040204" pitchFamily="50" charset="-128"/>
              </a:rPr>
              <a:t>※</a:t>
            </a:r>
            <a:r>
              <a:rPr lang="ja-JP" altLang="en-US" dirty="0">
                <a:latin typeface="Meiryo UI" panose="020B0604030504040204" pitchFamily="50" charset="-128"/>
                <a:ea typeface="Meiryo UI" panose="020B0604030504040204" pitchFamily="50" charset="-128"/>
                <a:cs typeface="Meiryo UI" panose="020B0604030504040204" pitchFamily="50" charset="-128"/>
              </a:rPr>
              <a:t>ただし、証明書が作れる製品と資料の種類は「存在リスト」にある製品のみ</a:t>
            </a:r>
            <a:br>
              <a:rPr lang="en-US" altLang="ja-JP" dirty="0">
                <a:latin typeface="Meiryo UI" panose="020B0604030504040204" pitchFamily="50" charset="-128"/>
                <a:ea typeface="Meiryo UI" panose="020B0604030504040204" pitchFamily="50" charset="-128"/>
                <a:cs typeface="Meiryo UI" panose="020B0604030504040204" pitchFamily="50" charset="-128"/>
              </a:rPr>
            </a:br>
            <a:r>
              <a:rPr lang="en-US" altLang="ja-JP" dirty="0">
                <a:latin typeface="Meiryo UI" panose="020B0604030504040204" pitchFamily="50" charset="-128"/>
                <a:ea typeface="Meiryo UI" panose="020B0604030504040204" pitchFamily="50" charset="-128"/>
                <a:cs typeface="Meiryo UI" panose="020B0604030504040204" pitchFamily="50" charset="-128"/>
              </a:rPr>
              <a:t>※</a:t>
            </a:r>
            <a:r>
              <a:rPr lang="ja-JP" altLang="en-US" dirty="0">
                <a:latin typeface="Meiryo UI" panose="020B0604030504040204" pitchFamily="50" charset="-128"/>
                <a:ea typeface="Meiryo UI" panose="020B0604030504040204" pitchFamily="50" charset="-128"/>
                <a:cs typeface="Meiryo UI" panose="020B0604030504040204" pitchFamily="50" charset="-128"/>
              </a:rPr>
              <a:t>ヒロセ</a:t>
            </a:r>
            <a:r>
              <a:rPr lang="en-US" altLang="ja-JP" dirty="0">
                <a:latin typeface="Meiryo UI" panose="020B0604030504040204" pitchFamily="50" charset="-128"/>
                <a:ea typeface="Meiryo UI" panose="020B0604030504040204" pitchFamily="50" charset="-128"/>
                <a:cs typeface="Meiryo UI" panose="020B0604030504040204" pitchFamily="50" charset="-128"/>
              </a:rPr>
              <a:t>WEB</a:t>
            </a:r>
            <a:r>
              <a:rPr lang="ja-JP" altLang="en-US" dirty="0">
                <a:latin typeface="Meiryo UI" panose="020B0604030504040204" pitchFamily="50" charset="-128"/>
                <a:ea typeface="Meiryo UI" panose="020B0604030504040204" pitchFamily="50" charset="-128"/>
                <a:cs typeface="Meiryo UI" panose="020B0604030504040204" pitchFamily="50" charset="-128"/>
              </a:rPr>
              <a:t>掲載品はどうやって判定するか（もしくは判定不要？）</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pPr marL="342900" indent="-342900">
              <a:spcBef>
                <a:spcPct val="0"/>
              </a:spcBef>
              <a:spcAft>
                <a:spcPts val="1200"/>
              </a:spcAft>
              <a:buFont typeface="+mj-lt"/>
              <a:buAutoNum type="arabicPeriod"/>
            </a:pPr>
            <a:r>
              <a:rPr lang="ja-JP" altLang="en-US" dirty="0">
                <a:latin typeface="Meiryo UI" panose="020B0604030504040204" pitchFamily="50" charset="-128"/>
                <a:ea typeface="Meiryo UI" panose="020B0604030504040204" pitchFamily="50" charset="-128"/>
                <a:cs typeface="Meiryo UI" panose="020B0604030504040204" pitchFamily="50" charset="-128"/>
              </a:rPr>
              <a:t>判定結果の表示内容が異なるなどから、現在は社員向けと代理店向けは別テンプレート</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pPr marL="342900" indent="-342900">
              <a:spcBef>
                <a:spcPct val="0"/>
              </a:spcBef>
              <a:spcAft>
                <a:spcPts val="1200"/>
              </a:spcAft>
              <a:buFont typeface="+mj-lt"/>
              <a:buAutoNum type="arabicPeriod"/>
            </a:pPr>
            <a:r>
              <a:rPr lang="ja-JP" altLang="en-US" dirty="0">
                <a:latin typeface="Meiryo UI" panose="020B0604030504040204" pitchFamily="50" charset="-128"/>
                <a:ea typeface="Meiryo UI" panose="020B0604030504040204" pitchFamily="50" charset="-128"/>
                <a:cs typeface="Meiryo UI" panose="020B0604030504040204" pitchFamily="50" charset="-128"/>
              </a:rPr>
              <a:t>管理者向けの申請の履歴閲覧確認機能が必要（誰が、いつ、どの受付番号で、ステータスはどうか）</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pPr marL="342900" indent="-342900">
              <a:spcBef>
                <a:spcPct val="0"/>
              </a:spcBef>
              <a:spcAft>
                <a:spcPts val="1200"/>
              </a:spcAft>
              <a:buFont typeface="+mj-lt"/>
              <a:buAutoNum type="arabicPeriod"/>
            </a:pPr>
            <a:r>
              <a:rPr lang="ja-JP" altLang="en-US" dirty="0">
                <a:latin typeface="Meiryo UI" panose="020B0604030504040204" pitchFamily="50" charset="-128"/>
                <a:ea typeface="Meiryo UI" panose="020B0604030504040204" pitchFamily="50" charset="-128"/>
                <a:cs typeface="Meiryo UI" panose="020B0604030504040204" pitchFamily="50" charset="-128"/>
              </a:rPr>
              <a:t>証明書ファイルが出来上がったら、通知メールをユーザに飛ばす必要あり</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pPr marL="342900" indent="-342900">
              <a:spcBef>
                <a:spcPct val="0"/>
              </a:spcBef>
              <a:spcAft>
                <a:spcPts val="1200"/>
              </a:spcAft>
              <a:buFont typeface="+mj-lt"/>
              <a:buAutoNum type="arabicPeriod"/>
            </a:pPr>
            <a:r>
              <a:rPr lang="en-US" altLang="ja-JP" dirty="0">
                <a:latin typeface="Meiryo UI" panose="020B0604030504040204" pitchFamily="50" charset="-128"/>
                <a:ea typeface="Meiryo UI" panose="020B0604030504040204" pitchFamily="50" charset="-128"/>
                <a:cs typeface="Meiryo UI" panose="020B0604030504040204" pitchFamily="50" charset="-128"/>
              </a:rPr>
              <a:t>AWS</a:t>
            </a:r>
            <a:r>
              <a:rPr lang="ja-JP" altLang="en-US" dirty="0">
                <a:latin typeface="Meiryo UI" panose="020B0604030504040204" pitchFamily="50" charset="-128"/>
                <a:ea typeface="Meiryo UI" panose="020B0604030504040204" pitchFamily="50" charset="-128"/>
                <a:cs typeface="Meiryo UI" panose="020B0604030504040204" pitchFamily="50" charset="-128"/>
              </a:rPr>
              <a:t>移行のデータ連携は既存のまま利用を想定</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pPr marL="342900" indent="-342900">
              <a:spcBef>
                <a:spcPct val="0"/>
              </a:spcBef>
              <a:spcAft>
                <a:spcPts val="1200"/>
              </a:spcAft>
              <a:buFont typeface="+mj-lt"/>
              <a:buAutoNum type="arabicPeriod"/>
            </a:pPr>
            <a:r>
              <a:rPr lang="ja-JP" altLang="en-US" dirty="0">
                <a:latin typeface="Meiryo UI" panose="020B0604030504040204" pitchFamily="50" charset="-128"/>
                <a:ea typeface="Meiryo UI" panose="020B0604030504040204" pitchFamily="50" charset="-128"/>
                <a:cs typeface="Meiryo UI" panose="020B0604030504040204" pitchFamily="50" charset="-128"/>
              </a:rPr>
              <a:t>編集お知らせ欄が必要、環境室で実施</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a:p>
            <a:pPr marL="342900" indent="-342900">
              <a:spcBef>
                <a:spcPct val="0"/>
              </a:spcBef>
              <a:spcAft>
                <a:spcPts val="1200"/>
              </a:spcAft>
              <a:buFont typeface="+mj-lt"/>
              <a:buAutoNum type="arabicPeriod"/>
            </a:pPr>
            <a:r>
              <a:rPr lang="ja-JP" altLang="en-US" dirty="0">
                <a:latin typeface="Meiryo UI" panose="020B0604030504040204" pitchFamily="50" charset="-128"/>
                <a:ea typeface="Meiryo UI" panose="020B0604030504040204" pitchFamily="50" charset="-128"/>
                <a:cs typeface="Meiryo UI" panose="020B0604030504040204" pitchFamily="50" charset="-128"/>
              </a:rPr>
              <a:t>日、英対応（別画面でも大丈夫です）</a:t>
            </a:r>
            <a:endParaRPr lang="en-US" altLang="ja-JP"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正方形/長方形 1">
            <a:extLst>
              <a:ext uri="{FF2B5EF4-FFF2-40B4-BE49-F238E27FC236}">
                <a16:creationId xmlns:a16="http://schemas.microsoft.com/office/drawing/2014/main" id="{2FFE1D22-C0BB-FD9B-84AF-AB092FD15CF3}"/>
              </a:ext>
            </a:extLst>
          </p:cNvPr>
          <p:cNvSpPr/>
          <p:nvPr/>
        </p:nvSpPr>
        <p:spPr>
          <a:xfrm>
            <a:off x="7781200" y="768630"/>
            <a:ext cx="4401275" cy="1642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dirty="0"/>
              <a:t>・存在ファイルの生データをお送りする</a:t>
            </a:r>
            <a:endParaRPr kumimoji="1" lang="en-US" altLang="ja-JP" dirty="0"/>
          </a:p>
          <a:p>
            <a:r>
              <a:rPr lang="ja-JP" altLang="en-US" dirty="0"/>
              <a:t>・会員情報は</a:t>
            </a:r>
            <a:r>
              <a:rPr lang="en-US" altLang="ja-JP" dirty="0"/>
              <a:t>API</a:t>
            </a:r>
            <a:r>
              <a:rPr lang="ja-JP" altLang="en-US" dirty="0"/>
              <a:t>でお渡しする方向</a:t>
            </a:r>
            <a:br>
              <a:rPr lang="en-US" altLang="ja-JP" dirty="0"/>
            </a:br>
            <a:r>
              <a:rPr lang="ja-JP" altLang="en-US" dirty="0"/>
              <a:t>　→氏名などもお渡し</a:t>
            </a:r>
            <a:endParaRPr lang="en-US" altLang="ja-JP" dirty="0"/>
          </a:p>
          <a:p>
            <a:r>
              <a:rPr lang="ja-JP" altLang="en-US" dirty="0"/>
              <a:t>・既存システムの仕様書をお送りする</a:t>
            </a:r>
            <a:endParaRPr kumimoji="1" lang="en-US" altLang="ja-JP" dirty="0"/>
          </a:p>
        </p:txBody>
      </p:sp>
      <p:sp>
        <p:nvSpPr>
          <p:cNvPr id="3" name="正方形/長方形 2">
            <a:extLst>
              <a:ext uri="{FF2B5EF4-FFF2-40B4-BE49-F238E27FC236}">
                <a16:creationId xmlns:a16="http://schemas.microsoft.com/office/drawing/2014/main" id="{E08563C6-62A9-2C2B-1B81-9C2AE5BD281D}"/>
              </a:ext>
            </a:extLst>
          </p:cNvPr>
          <p:cNvSpPr/>
          <p:nvPr/>
        </p:nvSpPr>
        <p:spPr>
          <a:xfrm>
            <a:off x="957942" y="5134106"/>
            <a:ext cx="4847773" cy="10601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dirty="0"/>
              <a:t>日・英併記でも良さそう</a:t>
            </a:r>
            <a:endParaRPr kumimoji="1" lang="en-US" altLang="ja-JP" dirty="0"/>
          </a:p>
          <a:p>
            <a:r>
              <a:rPr lang="ja-JP" altLang="en-US" dirty="0"/>
              <a:t>お知らせの部分が長いので、</a:t>
            </a:r>
            <a:r>
              <a:rPr lang="en-US" altLang="ja-JP" dirty="0"/>
              <a:t>2</a:t>
            </a:r>
            <a:r>
              <a:rPr lang="ja-JP" altLang="en-US" dirty="0"/>
              <a:t>カラムで日・英が分けられるのであれば許容できそう</a:t>
            </a:r>
            <a:endParaRPr kumimoji="1" lang="en-US" altLang="ja-JP" dirty="0"/>
          </a:p>
        </p:txBody>
      </p:sp>
      <p:pic>
        <p:nvPicPr>
          <p:cNvPr id="5" name="図 4"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52201CF5-24A4-0CF1-43A4-BBF0A6B418C9}"/>
              </a:ext>
            </a:extLst>
          </p:cNvPr>
          <p:cNvPicPr>
            <a:picLocks noChangeAspect="1"/>
          </p:cNvPicPr>
          <p:nvPr/>
        </p:nvPicPr>
        <p:blipFill>
          <a:blip r:embed="rId3"/>
          <a:stretch>
            <a:fillRect/>
          </a:stretch>
        </p:blipFill>
        <p:spPr>
          <a:xfrm>
            <a:off x="8079241" y="3524250"/>
            <a:ext cx="5438775" cy="3333750"/>
          </a:xfrm>
          <a:prstGeom prst="rect">
            <a:avLst/>
          </a:prstGeom>
        </p:spPr>
      </p:pic>
      <p:sp>
        <p:nvSpPr>
          <p:cNvPr id="6" name="正方形/長方形 5">
            <a:extLst>
              <a:ext uri="{FF2B5EF4-FFF2-40B4-BE49-F238E27FC236}">
                <a16:creationId xmlns:a16="http://schemas.microsoft.com/office/drawing/2014/main" id="{80B51637-B35E-70B3-FE25-8CD606B819E7}"/>
              </a:ext>
            </a:extLst>
          </p:cNvPr>
          <p:cNvSpPr/>
          <p:nvPr/>
        </p:nvSpPr>
        <p:spPr>
          <a:xfrm>
            <a:off x="5139600" y="4308031"/>
            <a:ext cx="3331528" cy="8047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dirty="0"/>
              <a:t>リッチテキストが入力できるサードパーティー利用</a:t>
            </a:r>
            <a:endParaRPr kumimoji="1" lang="en-US" altLang="ja-JP" dirty="0"/>
          </a:p>
        </p:txBody>
      </p:sp>
    </p:spTree>
    <p:extLst>
      <p:ext uri="{BB962C8B-B14F-4D97-AF65-F5344CB8AC3E}">
        <p14:creationId xmlns:p14="http://schemas.microsoft.com/office/powerpoint/2010/main" val="3045414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AFF23-11A6-C58D-B839-271D9B720B81}"/>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FAB92D06-3C3F-10B5-9D03-281F9A901421}"/>
              </a:ext>
            </a:extLst>
          </p:cNvPr>
          <p:cNvSpPr>
            <a:spLocks noGrp="1"/>
          </p:cNvSpPr>
          <p:nvPr>
            <p:ph type="sldNum" sz="quarter" idx="12"/>
          </p:nvPr>
        </p:nvSpPr>
        <p:spPr/>
        <p:txBody>
          <a:bodyPr/>
          <a:lstStyle/>
          <a:p>
            <a:fld id="{19FF75DF-7FDB-DF48-865B-1099646D8BB7}" type="slidenum">
              <a:rPr lang="ja-JP" altLang="en-US" smtClean="0"/>
              <a:pPr/>
              <a:t>8</a:t>
            </a:fld>
            <a:endParaRPr lang="ja-JP" altLang="en-US"/>
          </a:p>
        </p:txBody>
      </p:sp>
      <p:sp>
        <p:nvSpPr>
          <p:cNvPr id="11" name="タイトル 48">
            <a:extLst>
              <a:ext uri="{FF2B5EF4-FFF2-40B4-BE49-F238E27FC236}">
                <a16:creationId xmlns:a16="http://schemas.microsoft.com/office/drawing/2014/main" id="{5F2118B3-D792-27E4-45FC-1540C14A9F4A}"/>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a:t>
            </a:r>
            <a:r>
              <a:rPr lang="en-US" altLang="ja-JP" sz="2400" b="1" dirty="0"/>
              <a:t>WEB</a:t>
            </a:r>
            <a:r>
              <a:rPr lang="ja-JP" altLang="en-US" sz="2400" b="1" dirty="0"/>
              <a:t>と別れる事での懸念：権限による申請範囲制御</a:t>
            </a:r>
            <a:endParaRPr lang="ja-JP" altLang="en-US" sz="2400" b="1" dirty="0">
              <a:latin typeface="Meiryo UI"/>
              <a:ea typeface="Meiryo UI"/>
            </a:endParaRPr>
          </a:p>
        </p:txBody>
      </p:sp>
      <p:sp>
        <p:nvSpPr>
          <p:cNvPr id="13" name="AutoShape 3">
            <a:extLst>
              <a:ext uri="{FF2B5EF4-FFF2-40B4-BE49-F238E27FC236}">
                <a16:creationId xmlns:a16="http://schemas.microsoft.com/office/drawing/2014/main" id="{1BEF9127-81F3-DD0D-0D04-A6784FF87BBF}"/>
              </a:ext>
            </a:extLst>
          </p:cNvPr>
          <p:cNvSpPr>
            <a:spLocks noChangeArrowheads="1"/>
          </p:cNvSpPr>
          <p:nvPr/>
        </p:nvSpPr>
        <p:spPr bwMode="auto">
          <a:xfrm>
            <a:off x="452845" y="1005661"/>
            <a:ext cx="11370855" cy="3985439"/>
          </a:xfrm>
          <a:prstGeom prst="roundRect">
            <a:avLst>
              <a:gd name="adj" fmla="val 0"/>
            </a:avLst>
          </a:prstGeom>
          <a:solidFill>
            <a:schemeClr val="bg1"/>
          </a:solidFill>
          <a:ln>
            <a:noFill/>
          </a:ln>
          <a:effectLst/>
        </p:spPr>
        <p:txBody>
          <a:bodyPr wrap="square" lIns="180000" tIns="180000" rIns="108000" bIns="0" anchor="t">
            <a:noAutofit/>
          </a:bodyPr>
          <a:lstStyle/>
          <a:p>
            <a:pPr fontAlgn="base"/>
            <a:r>
              <a:rPr lang="en-US" altLang="ja-JP" sz="2000" b="1" dirty="0"/>
              <a:t>1</a:t>
            </a:r>
            <a:r>
              <a:rPr lang="ja-JP" altLang="en-US" sz="2000" b="1" dirty="0"/>
              <a:t>）権限機能について：</a:t>
            </a:r>
            <a:endParaRPr lang="ja-JP" altLang="en-US" sz="2000" dirty="0"/>
          </a:p>
          <a:p>
            <a:pPr fontAlgn="base"/>
            <a:r>
              <a:rPr lang="ja-JP" altLang="en-US" sz="2000" dirty="0"/>
              <a:t>社員・販社、代理店と機能が分かれています。</a:t>
            </a:r>
          </a:p>
          <a:p>
            <a:pPr fontAlgn="base"/>
            <a:r>
              <a:rPr lang="ja-JP" altLang="en-US" sz="2000" dirty="0"/>
              <a:t>代理店権限で申請できる製品は「</a:t>
            </a:r>
            <a:r>
              <a:rPr lang="ja-JP" altLang="en-US" sz="2000" b="1" dirty="0"/>
              <a:t>ヒロセ</a:t>
            </a:r>
            <a:r>
              <a:rPr lang="en-US" altLang="ja-JP" sz="2000" b="1" dirty="0"/>
              <a:t>WEB</a:t>
            </a:r>
            <a:r>
              <a:rPr lang="ja-JP" altLang="en-US" sz="2000" b="1" dirty="0"/>
              <a:t>掲載品</a:t>
            </a:r>
            <a:r>
              <a:rPr lang="ja-JP" altLang="en-US" sz="2000" dirty="0"/>
              <a:t>」のみですが、</a:t>
            </a:r>
            <a:br>
              <a:rPr lang="ja-JP" altLang="en-US" sz="2000" dirty="0"/>
            </a:br>
            <a:r>
              <a:rPr lang="ja-JP" altLang="en-US" sz="2000" dirty="0"/>
              <a:t>ヒロセ</a:t>
            </a:r>
            <a:r>
              <a:rPr lang="en-US" altLang="ja-JP" sz="2000" dirty="0"/>
              <a:t>WEB</a:t>
            </a:r>
            <a:r>
              <a:rPr lang="ja-JP" altLang="en-US" sz="2000" dirty="0"/>
              <a:t>とは別のサーバ構成となる為、同じ</a:t>
            </a:r>
            <a:r>
              <a:rPr lang="en-US" altLang="ja-JP" sz="2000" dirty="0"/>
              <a:t>DB</a:t>
            </a:r>
            <a:r>
              <a:rPr lang="ja-JP" altLang="en-US" sz="2000" dirty="0"/>
              <a:t>内で</a:t>
            </a:r>
            <a:r>
              <a:rPr lang="en-US" altLang="ja-JP" sz="2000" dirty="0"/>
              <a:t>WEB</a:t>
            </a:r>
            <a:r>
              <a:rPr lang="ja-JP" altLang="en-US" sz="2000" dirty="0"/>
              <a:t>掲載製品か参照できない。</a:t>
            </a:r>
          </a:p>
          <a:p>
            <a:pPr fontAlgn="base"/>
            <a:r>
              <a:rPr lang="ja-JP" altLang="en-US" sz="2000" dirty="0"/>
              <a:t>→この制約無くせるか？</a:t>
            </a:r>
            <a:br>
              <a:rPr lang="ja-JP" altLang="en-US" sz="2000" dirty="0"/>
            </a:br>
            <a:endParaRPr lang="ja-JP" altLang="en-US" sz="2000" dirty="0"/>
          </a:p>
          <a:p>
            <a:pPr fontAlgn="base"/>
            <a:r>
              <a:rPr lang="ja-JP" altLang="en-US" sz="2000" dirty="0"/>
              <a:t>代理店の申請可能製品を絞っていた理由：</a:t>
            </a:r>
            <a:br>
              <a:rPr lang="en-US" altLang="ja-JP" sz="2000" dirty="0"/>
            </a:br>
            <a:r>
              <a:rPr lang="ja-JP" altLang="en-US" sz="2000" dirty="0"/>
              <a:t>代理店が適当に製品名や</a:t>
            </a:r>
            <a:r>
              <a:rPr lang="en-US" altLang="ja-JP" sz="2000" dirty="0"/>
              <a:t>CL</a:t>
            </a:r>
            <a:r>
              <a:rPr lang="ja-JP" altLang="en-US" sz="2000" dirty="0"/>
              <a:t>を入力して偶然ヒットしたカスタム品を申請されるリスクを回避</a:t>
            </a:r>
          </a:p>
          <a:p>
            <a:pPr fontAlgn="base"/>
            <a:br>
              <a:rPr lang="en-US" altLang="ja-JP" sz="2000" dirty="0"/>
            </a:br>
            <a:r>
              <a:rPr lang="ja-JP" altLang="en-US" sz="2000" b="1" dirty="0"/>
              <a:t>ヒロセ社内検討：</a:t>
            </a:r>
            <a:br>
              <a:rPr lang="en-US" altLang="ja-JP" sz="2000" dirty="0"/>
            </a:br>
            <a:r>
              <a:rPr lang="ja-JP" altLang="en-US" sz="2000" dirty="0"/>
              <a:t>環境室→無くして</a:t>
            </a:r>
            <a:r>
              <a:rPr lang="en-US" altLang="ja-JP" sz="2000" dirty="0"/>
              <a:t>OK</a:t>
            </a:r>
            <a:br>
              <a:rPr lang="en-US" altLang="ja-JP" sz="2000" dirty="0"/>
            </a:br>
            <a:r>
              <a:rPr lang="ja-JP" altLang="en-US" sz="2000" dirty="0"/>
              <a:t>営業観点→確認中</a:t>
            </a:r>
          </a:p>
          <a:p>
            <a:pPr fontAlgn="base"/>
            <a:br>
              <a:rPr lang="ja-JP" altLang="en-US" sz="2000" dirty="0"/>
            </a:br>
            <a:endParaRPr lang="ja-JP" altLang="en-US" sz="2000" dirty="0"/>
          </a:p>
        </p:txBody>
      </p:sp>
      <p:sp>
        <p:nvSpPr>
          <p:cNvPr id="3" name="正方形/長方形 2">
            <a:extLst>
              <a:ext uri="{FF2B5EF4-FFF2-40B4-BE49-F238E27FC236}">
                <a16:creationId xmlns:a16="http://schemas.microsoft.com/office/drawing/2014/main" id="{AC9757B3-39A6-1C72-79A3-44464CBCABAB}"/>
              </a:ext>
            </a:extLst>
          </p:cNvPr>
          <p:cNvSpPr/>
          <p:nvPr/>
        </p:nvSpPr>
        <p:spPr>
          <a:xfrm>
            <a:off x="452845" y="4991100"/>
            <a:ext cx="11193055" cy="142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b="1" dirty="0"/>
              <a:t>無くせた場合の仕様：</a:t>
            </a:r>
            <a:endParaRPr kumimoji="1" lang="en-US" altLang="ja-JP" sz="2000" b="1" dirty="0"/>
          </a:p>
          <a:p>
            <a:pPr marL="285750" indent="-285750">
              <a:buFont typeface="Wingdings" panose="05000000000000000000" pitchFamily="2" charset="2"/>
              <a:buChar char="ü"/>
            </a:pPr>
            <a:r>
              <a:rPr lang="ja-JP" altLang="en-US" sz="2000" dirty="0"/>
              <a:t>代理店、社員の機能的な違いはなくなる（画面上の表現などは異なります）</a:t>
            </a:r>
            <a:endParaRPr lang="en-US" altLang="ja-JP" sz="2000" dirty="0"/>
          </a:p>
          <a:p>
            <a:pPr marL="285750" indent="-285750">
              <a:buFont typeface="Wingdings" panose="05000000000000000000" pitchFamily="2" charset="2"/>
              <a:buChar char="ü"/>
            </a:pPr>
            <a:r>
              <a:rPr lang="ja-JP" altLang="en-US" sz="2000" dirty="0"/>
              <a:t>ヒロセ</a:t>
            </a:r>
            <a:r>
              <a:rPr lang="en-US" altLang="ja-JP" sz="2000" dirty="0"/>
              <a:t>WEB</a:t>
            </a:r>
            <a:r>
              <a:rPr lang="ja-JP" altLang="en-US" sz="2000" dirty="0"/>
              <a:t>掲載品かのチェック機能が不要になる</a:t>
            </a:r>
            <a:endParaRPr kumimoji="1" lang="ja-JP" altLang="en-US" sz="2000" dirty="0"/>
          </a:p>
        </p:txBody>
      </p:sp>
    </p:spTree>
    <p:extLst>
      <p:ext uri="{BB962C8B-B14F-4D97-AF65-F5344CB8AC3E}">
        <p14:creationId xmlns:p14="http://schemas.microsoft.com/office/powerpoint/2010/main" val="3606412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8DA2-7089-D183-8F83-B8960A4104AD}"/>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223DF593-9ABD-0935-9506-5DA46CD38BD7}"/>
              </a:ext>
            </a:extLst>
          </p:cNvPr>
          <p:cNvSpPr>
            <a:spLocks noGrp="1"/>
          </p:cNvSpPr>
          <p:nvPr>
            <p:ph type="sldNum" sz="quarter" idx="12"/>
          </p:nvPr>
        </p:nvSpPr>
        <p:spPr/>
        <p:txBody>
          <a:bodyPr/>
          <a:lstStyle/>
          <a:p>
            <a:fld id="{19FF75DF-7FDB-DF48-865B-1099646D8BB7}" type="slidenum">
              <a:rPr lang="ja-JP" altLang="en-US" smtClean="0"/>
              <a:pPr/>
              <a:t>9</a:t>
            </a:fld>
            <a:endParaRPr lang="ja-JP" altLang="en-US"/>
          </a:p>
        </p:txBody>
      </p:sp>
      <p:sp>
        <p:nvSpPr>
          <p:cNvPr id="11" name="タイトル 48">
            <a:extLst>
              <a:ext uri="{FF2B5EF4-FFF2-40B4-BE49-F238E27FC236}">
                <a16:creationId xmlns:a16="http://schemas.microsoft.com/office/drawing/2014/main" id="{3E891D5B-204A-E842-C06D-3FB403183970}"/>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a:t>
            </a:r>
            <a:r>
              <a:rPr lang="en-US" altLang="ja-JP" sz="2400" b="1" dirty="0"/>
              <a:t>WEB</a:t>
            </a:r>
            <a:r>
              <a:rPr lang="ja-JP" altLang="en-US" sz="2400" b="1" dirty="0"/>
              <a:t>と別れる事での懸念：</a:t>
            </a:r>
            <a:r>
              <a:rPr lang="en-US" altLang="ja-JP" sz="2400" b="1" dirty="0"/>
              <a:t>WEB</a:t>
            </a:r>
            <a:r>
              <a:rPr lang="ja-JP" altLang="en-US" sz="2400" b="1" dirty="0"/>
              <a:t>会員の情報受け渡し</a:t>
            </a:r>
            <a:endParaRPr lang="ja-JP" altLang="en-US" sz="2400" b="1" dirty="0">
              <a:latin typeface="Meiryo UI"/>
              <a:ea typeface="Meiryo UI"/>
            </a:endParaRPr>
          </a:p>
        </p:txBody>
      </p:sp>
      <p:sp>
        <p:nvSpPr>
          <p:cNvPr id="2" name="AutoShape 3">
            <a:extLst>
              <a:ext uri="{FF2B5EF4-FFF2-40B4-BE49-F238E27FC236}">
                <a16:creationId xmlns:a16="http://schemas.microsoft.com/office/drawing/2014/main" id="{96C48A84-9FA6-D294-3F7F-C6B5B4E47477}"/>
              </a:ext>
            </a:extLst>
          </p:cNvPr>
          <p:cNvSpPr>
            <a:spLocks noChangeArrowheads="1"/>
          </p:cNvSpPr>
          <p:nvPr/>
        </p:nvSpPr>
        <p:spPr bwMode="auto">
          <a:xfrm>
            <a:off x="461949" y="951564"/>
            <a:ext cx="11457725" cy="5347636"/>
          </a:xfrm>
          <a:prstGeom prst="roundRect">
            <a:avLst>
              <a:gd name="adj" fmla="val 0"/>
            </a:avLst>
          </a:prstGeom>
          <a:solidFill>
            <a:schemeClr val="bg1"/>
          </a:solidFill>
          <a:ln>
            <a:noFill/>
          </a:ln>
          <a:effectLst/>
        </p:spPr>
        <p:txBody>
          <a:bodyPr wrap="square" lIns="180000" tIns="180000" rIns="108000" bIns="0" anchor="t">
            <a:noAutofit/>
          </a:bodyPr>
          <a:lstStyle/>
          <a:p>
            <a:pPr fontAlgn="base">
              <a:lnSpc>
                <a:spcPct val="150000"/>
              </a:lnSpc>
            </a:pPr>
            <a:r>
              <a:rPr lang="en-US" altLang="ja-JP" sz="2000" b="1" dirty="0"/>
              <a:t>2</a:t>
            </a:r>
            <a:r>
              <a:rPr lang="ja-JP" altLang="en-US" sz="2000" b="1" dirty="0"/>
              <a:t>）申請者管理について：</a:t>
            </a:r>
            <a:endParaRPr lang="ja-JP" altLang="en-US" sz="2000" dirty="0"/>
          </a:p>
          <a:p>
            <a:pPr fontAlgn="base">
              <a:lnSpc>
                <a:spcPct val="150000"/>
              </a:lnSpc>
            </a:pPr>
            <a:r>
              <a:rPr lang="ja-JP" altLang="en-US" sz="2000" dirty="0"/>
              <a:t>ヒロセ</a:t>
            </a:r>
            <a:r>
              <a:rPr lang="en-US" altLang="ja-JP" sz="2000" dirty="0"/>
              <a:t>WEB</a:t>
            </a:r>
            <a:r>
              <a:rPr lang="ja-JP" altLang="en-US" sz="2000" dirty="0"/>
              <a:t>の会員機能にて、社員・販社、代理店は引き続き管理が可能です。</a:t>
            </a:r>
          </a:p>
          <a:p>
            <a:pPr fontAlgn="base">
              <a:lnSpc>
                <a:spcPct val="150000"/>
              </a:lnSpc>
            </a:pPr>
            <a:r>
              <a:rPr lang="ja-JP" altLang="en-US" sz="2000" dirty="0"/>
              <a:t>ただ、どこまでセキュリティ気にした方が良いか？により作り方が大きく変わりそうです。</a:t>
            </a:r>
          </a:p>
          <a:p>
            <a:pPr marL="342900" indent="-342900" fontAlgn="base">
              <a:lnSpc>
                <a:spcPct val="150000"/>
              </a:lnSpc>
              <a:buFont typeface="Arial" panose="020B0604020202020204" pitchFamily="34" charset="0"/>
              <a:buChar char="•"/>
            </a:pPr>
            <a:r>
              <a:rPr lang="ja-JP" altLang="en-US" sz="2000" b="1" dirty="0"/>
              <a:t>リンク案：</a:t>
            </a:r>
            <a:r>
              <a:rPr lang="ja-JP" altLang="en-US" sz="2000" dirty="0"/>
              <a:t>ヒロセ</a:t>
            </a:r>
            <a:r>
              <a:rPr lang="en-US" altLang="ja-JP" sz="2000" dirty="0"/>
              <a:t>WEB</a:t>
            </a:r>
            <a:r>
              <a:rPr lang="ja-JP" altLang="en-US" sz="2000" dirty="0"/>
              <a:t>にログイン→リンク元を表示、リファラー制限イメージ</a:t>
            </a:r>
            <a:br>
              <a:rPr lang="en-US" altLang="ja-JP" sz="2000" dirty="0"/>
            </a:br>
            <a:r>
              <a:rPr lang="ja-JP" altLang="en-US" sz="2000" dirty="0"/>
              <a:t>→誰が申請しているか？は</a:t>
            </a:r>
            <a:r>
              <a:rPr lang="en-US" altLang="ja-JP" sz="2000" dirty="0"/>
              <a:t>WEB</a:t>
            </a:r>
            <a:r>
              <a:rPr lang="ja-JP" altLang="en-US" sz="2000" dirty="0"/>
              <a:t>から渡してもらう</a:t>
            </a:r>
            <a:br>
              <a:rPr lang="en-US" altLang="ja-JP" sz="2000" dirty="0"/>
            </a:br>
            <a:r>
              <a:rPr lang="ja-JP" altLang="en-US" sz="2000" dirty="0"/>
              <a:t>セキュリティリスク高すぎ？</a:t>
            </a:r>
            <a:endParaRPr lang="en-US" altLang="ja-JP" sz="2000" dirty="0"/>
          </a:p>
          <a:p>
            <a:pPr marL="342900" indent="-342900" fontAlgn="base">
              <a:lnSpc>
                <a:spcPct val="150000"/>
              </a:lnSpc>
              <a:buFont typeface="Arial" panose="020B0604020202020204" pitchFamily="34" charset="0"/>
              <a:buChar char="•"/>
            </a:pPr>
            <a:r>
              <a:rPr lang="ja-JP" altLang="en-US" sz="2000" b="1" dirty="0"/>
              <a:t>受け渡し案：</a:t>
            </a:r>
            <a:r>
              <a:rPr lang="ja-JP" altLang="en-US" sz="2000" dirty="0"/>
              <a:t>ヒロセ</a:t>
            </a:r>
            <a:r>
              <a:rPr lang="en-US" altLang="ja-JP" sz="2000" dirty="0"/>
              <a:t>WEB</a:t>
            </a:r>
            <a:r>
              <a:rPr lang="ja-JP" altLang="en-US" sz="2000" dirty="0"/>
              <a:t>の会員情報</a:t>
            </a:r>
            <a:r>
              <a:rPr lang="en-US" altLang="ja-JP" sz="2000" dirty="0"/>
              <a:t>API</a:t>
            </a:r>
            <a:r>
              <a:rPr lang="ja-JP" altLang="en-US" sz="2000" dirty="0"/>
              <a:t>を開発、環境証明書申請側から取得いただくイメージ</a:t>
            </a:r>
          </a:p>
          <a:p>
            <a:pPr fontAlgn="base">
              <a:lnSpc>
                <a:spcPct val="150000"/>
              </a:lnSpc>
            </a:pPr>
            <a:r>
              <a:rPr lang="ja-JP" altLang="en-US" sz="2000" dirty="0"/>
              <a:t>　→履歴は保管頂く、会員管理は</a:t>
            </a:r>
            <a:r>
              <a:rPr lang="en-US" altLang="ja-JP" sz="2000" dirty="0"/>
              <a:t>WEB</a:t>
            </a:r>
            <a:r>
              <a:rPr lang="ja-JP" altLang="en-US" sz="2000" dirty="0"/>
              <a:t>側（過去分の履歴のユーザ情報は更新はしないイメージ）</a:t>
            </a:r>
            <a:endParaRPr lang="en-US" altLang="ja-JP" sz="2000" dirty="0"/>
          </a:p>
          <a:p>
            <a:pPr fontAlgn="base">
              <a:lnSpc>
                <a:spcPct val="150000"/>
              </a:lnSpc>
            </a:pPr>
            <a:endParaRPr lang="en-US" altLang="ja-JP" sz="2000" dirty="0"/>
          </a:p>
          <a:p>
            <a:pPr fontAlgn="base">
              <a:lnSpc>
                <a:spcPct val="150000"/>
              </a:lnSpc>
            </a:pPr>
            <a:r>
              <a:rPr lang="ja-JP" altLang="en-US" sz="2000" dirty="0"/>
              <a:t>必須条件：誰がどの製品のどの資料を申請したかが分かるようにしたい</a:t>
            </a:r>
          </a:p>
          <a:p>
            <a:pPr fontAlgn="base">
              <a:lnSpc>
                <a:spcPct val="150000"/>
              </a:lnSpc>
            </a:pPr>
            <a:r>
              <a:rPr lang="ja-JP" altLang="en-US" sz="2000" dirty="0"/>
              <a:t>理由：出力内容に不備があった際、申請者に差し替え依頼のご連絡するため</a:t>
            </a:r>
          </a:p>
          <a:p>
            <a:pPr fontAlgn="base">
              <a:lnSpc>
                <a:spcPct val="150000"/>
              </a:lnSpc>
            </a:pPr>
            <a:br>
              <a:rPr lang="ja-JP" altLang="en-US" sz="2000" dirty="0"/>
            </a:br>
            <a:endParaRPr lang="ja-JP" altLang="en-US" sz="2000" dirty="0"/>
          </a:p>
        </p:txBody>
      </p:sp>
    </p:spTree>
    <p:extLst>
      <p:ext uri="{BB962C8B-B14F-4D97-AF65-F5344CB8AC3E}">
        <p14:creationId xmlns:p14="http://schemas.microsoft.com/office/powerpoint/2010/main" val="1980901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3E3E1-F1D6-4760-E72E-7A32675D4767}"/>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026F40F1-9BE5-E8D9-1C00-D226A4A00B5D}"/>
              </a:ext>
            </a:extLst>
          </p:cNvPr>
          <p:cNvSpPr>
            <a:spLocks noGrp="1"/>
          </p:cNvSpPr>
          <p:nvPr>
            <p:ph type="sldNum" sz="quarter" idx="12"/>
          </p:nvPr>
        </p:nvSpPr>
        <p:spPr/>
        <p:txBody>
          <a:bodyPr/>
          <a:lstStyle/>
          <a:p>
            <a:fld id="{19FF75DF-7FDB-DF48-865B-1099646D8BB7}" type="slidenum">
              <a:rPr lang="ja-JP" altLang="en-US" smtClean="0"/>
              <a:pPr/>
              <a:t>10</a:t>
            </a:fld>
            <a:endParaRPr lang="ja-JP" altLang="en-US"/>
          </a:p>
        </p:txBody>
      </p:sp>
      <p:sp>
        <p:nvSpPr>
          <p:cNvPr id="11" name="タイトル 48">
            <a:extLst>
              <a:ext uri="{FF2B5EF4-FFF2-40B4-BE49-F238E27FC236}">
                <a16:creationId xmlns:a16="http://schemas.microsoft.com/office/drawing/2014/main" id="{7F809B97-0747-A6C0-4C5E-23F6B4D9251A}"/>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a:t>
            </a:r>
            <a:r>
              <a:rPr lang="en-US" altLang="ja-JP" sz="2400" b="1" dirty="0"/>
              <a:t>WEB</a:t>
            </a:r>
            <a:r>
              <a:rPr lang="ja-JP" altLang="en-US" sz="2400" b="1" dirty="0"/>
              <a:t>と別れる事で</a:t>
            </a:r>
            <a:r>
              <a:rPr lang="ja-JP" altLang="en-US" sz="2400" b="1"/>
              <a:t>の懸念：申請の履歴情報について</a:t>
            </a:r>
            <a:endParaRPr lang="ja-JP" altLang="en-US" sz="2400" b="1" dirty="0">
              <a:latin typeface="Meiryo UI"/>
              <a:ea typeface="Meiryo UI"/>
            </a:endParaRPr>
          </a:p>
        </p:txBody>
      </p:sp>
      <p:sp>
        <p:nvSpPr>
          <p:cNvPr id="2" name="AutoShape 3">
            <a:extLst>
              <a:ext uri="{FF2B5EF4-FFF2-40B4-BE49-F238E27FC236}">
                <a16:creationId xmlns:a16="http://schemas.microsoft.com/office/drawing/2014/main" id="{3A36883E-91D0-4E20-9C3B-EDB07FEB4715}"/>
              </a:ext>
            </a:extLst>
          </p:cNvPr>
          <p:cNvSpPr>
            <a:spLocks noChangeArrowheads="1"/>
          </p:cNvSpPr>
          <p:nvPr/>
        </p:nvSpPr>
        <p:spPr bwMode="auto">
          <a:xfrm>
            <a:off x="511875" y="951564"/>
            <a:ext cx="11095925" cy="3175936"/>
          </a:xfrm>
          <a:prstGeom prst="roundRect">
            <a:avLst>
              <a:gd name="adj" fmla="val 0"/>
            </a:avLst>
          </a:prstGeom>
          <a:solidFill>
            <a:schemeClr val="bg1"/>
          </a:solidFill>
          <a:ln>
            <a:noFill/>
          </a:ln>
          <a:effectLst/>
        </p:spPr>
        <p:txBody>
          <a:bodyPr wrap="square" lIns="180000" tIns="180000" rIns="108000" bIns="0" anchor="t">
            <a:noAutofit/>
          </a:bodyPr>
          <a:lstStyle/>
          <a:p>
            <a:pPr fontAlgn="base"/>
            <a:r>
              <a:rPr lang="en-US" altLang="ja-JP" sz="2000" b="1" dirty="0"/>
              <a:t>3</a:t>
            </a:r>
            <a:r>
              <a:rPr lang="ja-JP" altLang="en-US" sz="2000" b="1" dirty="0"/>
              <a:t>）申請のログについて：</a:t>
            </a:r>
            <a:endParaRPr lang="ja-JP" altLang="en-US" sz="2000" dirty="0"/>
          </a:p>
          <a:p>
            <a:pPr fontAlgn="base"/>
            <a:r>
              <a:rPr lang="ja-JP" altLang="en-US" sz="2000" dirty="0"/>
              <a:t>現行は管理画面にて、申請の履歴やステータスが見れるようになっています。</a:t>
            </a:r>
          </a:p>
          <a:p>
            <a:pPr fontAlgn="base"/>
            <a:endParaRPr lang="en-US" altLang="ja-JP" sz="2000" dirty="0"/>
          </a:p>
          <a:p>
            <a:pPr fontAlgn="base"/>
            <a:r>
              <a:rPr lang="ja-JP" altLang="en-US" sz="2000" dirty="0"/>
              <a:t>以下利用状況です。</a:t>
            </a:r>
            <a:endParaRPr lang="en-US" altLang="ja-JP" sz="2000" dirty="0"/>
          </a:p>
          <a:p>
            <a:pPr fontAlgn="base"/>
            <a:r>
              <a:rPr lang="ja-JP" altLang="en-US" sz="2000" dirty="0"/>
              <a:t>利用者：環境室</a:t>
            </a:r>
          </a:p>
          <a:p>
            <a:pPr fontAlgn="base"/>
            <a:r>
              <a:rPr lang="ja-JP" altLang="en-US" sz="2000" dirty="0"/>
              <a:t>利用頻度：月</a:t>
            </a:r>
            <a:r>
              <a:rPr lang="en-US" altLang="ja-JP" sz="2000" dirty="0"/>
              <a:t>1</a:t>
            </a:r>
            <a:r>
              <a:rPr lang="ja-JP" altLang="en-US" sz="2000" dirty="0"/>
              <a:t>回ログを</a:t>
            </a:r>
            <a:r>
              <a:rPr lang="en-US" altLang="ja-JP" sz="2000" dirty="0"/>
              <a:t>csv</a:t>
            </a:r>
            <a:r>
              <a:rPr lang="ja-JP" altLang="en-US" sz="2000" dirty="0"/>
              <a:t>で出力</a:t>
            </a:r>
            <a:br>
              <a:rPr lang="en-US" altLang="ja-JP" sz="2000" dirty="0"/>
            </a:br>
            <a:r>
              <a:rPr lang="en-US" altLang="ja-JP" sz="2000" dirty="0"/>
              <a:t>※csv</a:t>
            </a:r>
            <a:r>
              <a:rPr lang="ja-JP" altLang="en-US" sz="2000" dirty="0"/>
              <a:t>で落としてから内容確認、画面上で閲覧はしていない。</a:t>
            </a:r>
          </a:p>
          <a:p>
            <a:pPr fontAlgn="base"/>
            <a:r>
              <a:rPr lang="ja-JP" altLang="en-US" sz="2000" dirty="0"/>
              <a:t>ただし、不定期で、購買や品証から</a:t>
            </a:r>
            <a:r>
              <a:rPr lang="en-US" altLang="ja-JP" sz="2000" dirty="0"/>
              <a:t>4M</a:t>
            </a:r>
            <a:r>
              <a:rPr lang="ja-JP" altLang="en-US" sz="2000" dirty="0"/>
              <a:t>変更の判断材料として過去どこの客先に何の環境資料を提出したかの確認依頼、不備があった際に確認したい。</a:t>
            </a:r>
          </a:p>
        </p:txBody>
      </p:sp>
      <p:sp>
        <p:nvSpPr>
          <p:cNvPr id="3" name="正方形/長方形 2">
            <a:extLst>
              <a:ext uri="{FF2B5EF4-FFF2-40B4-BE49-F238E27FC236}">
                <a16:creationId xmlns:a16="http://schemas.microsoft.com/office/drawing/2014/main" id="{3E9A7821-F291-E402-B0FB-95CF8884A56E}"/>
              </a:ext>
            </a:extLst>
          </p:cNvPr>
          <p:cNvSpPr/>
          <p:nvPr/>
        </p:nvSpPr>
        <p:spPr>
          <a:xfrm>
            <a:off x="452845" y="4991100"/>
            <a:ext cx="11193055" cy="142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b="1" dirty="0"/>
              <a:t>必要な仕様：</a:t>
            </a:r>
            <a:endParaRPr kumimoji="1" lang="en-US" altLang="ja-JP" sz="2000" b="1" dirty="0"/>
          </a:p>
          <a:p>
            <a:pPr marL="285750" indent="-285750">
              <a:buFont typeface="Wingdings" panose="05000000000000000000" pitchFamily="2" charset="2"/>
              <a:buChar char="ü"/>
            </a:pPr>
            <a:r>
              <a:rPr lang="ja-JP" altLang="en-US" sz="2000" dirty="0"/>
              <a:t>画面じゃなくて良いので、必要な時にログを確認したい</a:t>
            </a:r>
            <a:endParaRPr lang="en-US" altLang="ja-JP" sz="2000" dirty="0"/>
          </a:p>
          <a:p>
            <a:pPr marL="285750" indent="-285750">
              <a:buFont typeface="Wingdings" panose="05000000000000000000" pitchFamily="2" charset="2"/>
              <a:buChar char="ü"/>
            </a:pPr>
            <a:r>
              <a:rPr kumimoji="1" lang="en-US" altLang="ja-JP" sz="2000" dirty="0"/>
              <a:t>CSV</a:t>
            </a:r>
            <a:r>
              <a:rPr kumimoji="1" lang="ja-JP" altLang="en-US" sz="2000" dirty="0"/>
              <a:t>などにログを出力したい</a:t>
            </a:r>
          </a:p>
        </p:txBody>
      </p:sp>
    </p:spTree>
    <p:extLst>
      <p:ext uri="{BB962C8B-B14F-4D97-AF65-F5344CB8AC3E}">
        <p14:creationId xmlns:p14="http://schemas.microsoft.com/office/powerpoint/2010/main" val="1926884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E201A-1409-E35C-7DE4-2E4CE931DD41}"/>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ABCEA297-FB24-A8DC-48DA-E0E1A52ADA11}"/>
              </a:ext>
            </a:extLst>
          </p:cNvPr>
          <p:cNvSpPr>
            <a:spLocks noGrp="1"/>
          </p:cNvSpPr>
          <p:nvPr>
            <p:ph type="sldNum" sz="quarter" idx="12"/>
          </p:nvPr>
        </p:nvSpPr>
        <p:spPr/>
        <p:txBody>
          <a:bodyPr/>
          <a:lstStyle/>
          <a:p>
            <a:fld id="{19FF75DF-7FDB-DF48-865B-1099646D8BB7}" type="slidenum">
              <a:rPr lang="ja-JP" altLang="en-US" smtClean="0"/>
              <a:pPr/>
              <a:t>11</a:t>
            </a:fld>
            <a:endParaRPr lang="ja-JP" altLang="en-US"/>
          </a:p>
        </p:txBody>
      </p:sp>
      <p:sp>
        <p:nvSpPr>
          <p:cNvPr id="11" name="タイトル 48">
            <a:extLst>
              <a:ext uri="{FF2B5EF4-FFF2-40B4-BE49-F238E27FC236}">
                <a16:creationId xmlns:a16="http://schemas.microsoft.com/office/drawing/2014/main" id="{E1E34D9C-FD5E-294F-C635-DD703C4F060F}"/>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）リリース前後のデータ移行について</a:t>
            </a:r>
            <a:endParaRPr lang="ja-JP" altLang="en-US" sz="2400" b="1" dirty="0">
              <a:latin typeface="Meiryo UI"/>
              <a:ea typeface="Meiryo UI"/>
            </a:endParaRPr>
          </a:p>
        </p:txBody>
      </p:sp>
      <p:sp>
        <p:nvSpPr>
          <p:cNvPr id="2" name="AutoShape 3">
            <a:extLst>
              <a:ext uri="{FF2B5EF4-FFF2-40B4-BE49-F238E27FC236}">
                <a16:creationId xmlns:a16="http://schemas.microsoft.com/office/drawing/2014/main" id="{A8E365D1-4363-182A-146E-FDC2ECFD6622}"/>
              </a:ext>
            </a:extLst>
          </p:cNvPr>
          <p:cNvSpPr>
            <a:spLocks noChangeArrowheads="1"/>
          </p:cNvSpPr>
          <p:nvPr/>
        </p:nvSpPr>
        <p:spPr bwMode="auto">
          <a:xfrm>
            <a:off x="511875" y="951564"/>
            <a:ext cx="11095925" cy="3175936"/>
          </a:xfrm>
          <a:prstGeom prst="roundRect">
            <a:avLst>
              <a:gd name="adj" fmla="val 0"/>
            </a:avLst>
          </a:prstGeom>
          <a:solidFill>
            <a:schemeClr val="bg1"/>
          </a:solidFill>
          <a:ln>
            <a:noFill/>
          </a:ln>
          <a:effectLst/>
        </p:spPr>
        <p:txBody>
          <a:bodyPr wrap="square" lIns="180000" tIns="180000" rIns="108000" bIns="0" anchor="t">
            <a:noAutofit/>
          </a:bodyPr>
          <a:lstStyle/>
          <a:p>
            <a:pPr fontAlgn="base"/>
            <a:r>
              <a:rPr lang="en-US" altLang="ja-JP" sz="2000" b="1" dirty="0"/>
              <a:t>4</a:t>
            </a:r>
            <a:r>
              <a:rPr lang="ja-JP" altLang="en-US" sz="2000" b="1" dirty="0"/>
              <a:t>）移行方法にもよりますが、既存システムからデータの移行が必要そう</a:t>
            </a:r>
            <a:br>
              <a:rPr lang="en-US" altLang="ja-JP" sz="2000" b="1" dirty="0"/>
            </a:br>
            <a:r>
              <a:rPr lang="ja-JP" altLang="en-US" sz="2000" dirty="0"/>
              <a:t>・申請者のデータ、ログ</a:t>
            </a:r>
            <a:endParaRPr lang="en-US" altLang="ja-JP" sz="2000" dirty="0"/>
          </a:p>
          <a:p>
            <a:pPr fontAlgn="base"/>
            <a:r>
              <a:rPr lang="ja-JP" altLang="en-US" sz="2000" dirty="0"/>
              <a:t>・出来上がった証明書ファイルへのリンク</a:t>
            </a:r>
            <a:endParaRPr lang="en-US" altLang="ja-JP" sz="2000" dirty="0"/>
          </a:p>
          <a:p>
            <a:pPr fontAlgn="base"/>
            <a:endParaRPr lang="ja-JP" altLang="en-US" sz="2000" dirty="0"/>
          </a:p>
        </p:txBody>
      </p:sp>
    </p:spTree>
    <p:extLst>
      <p:ext uri="{BB962C8B-B14F-4D97-AF65-F5344CB8AC3E}">
        <p14:creationId xmlns:p14="http://schemas.microsoft.com/office/powerpoint/2010/main" val="2808368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9F770-E1E2-8614-1AD7-F662CA8029DE}"/>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F84D8CB2-1ABF-680E-5BE0-18771D26EC45}"/>
              </a:ext>
            </a:extLst>
          </p:cNvPr>
          <p:cNvSpPr>
            <a:spLocks noGrp="1"/>
          </p:cNvSpPr>
          <p:nvPr>
            <p:ph type="sldNum" sz="quarter" idx="12"/>
          </p:nvPr>
        </p:nvSpPr>
        <p:spPr/>
        <p:txBody>
          <a:bodyPr/>
          <a:lstStyle/>
          <a:p>
            <a:fld id="{19FF75DF-7FDB-DF48-865B-1099646D8BB7}" type="slidenum">
              <a:rPr lang="ja-JP" altLang="en-US" smtClean="0"/>
              <a:pPr/>
              <a:t>12</a:t>
            </a:fld>
            <a:endParaRPr lang="ja-JP" altLang="en-US"/>
          </a:p>
        </p:txBody>
      </p:sp>
      <p:sp>
        <p:nvSpPr>
          <p:cNvPr id="11" name="タイトル 48">
            <a:extLst>
              <a:ext uri="{FF2B5EF4-FFF2-40B4-BE49-F238E27FC236}">
                <a16:creationId xmlns:a16="http://schemas.microsoft.com/office/drawing/2014/main" id="{4862235C-E7EB-34B7-D7FB-2ACC2198D959}"/>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）申請フォームの動き</a:t>
            </a:r>
            <a:endParaRPr lang="ja-JP" altLang="en-US" sz="2400" b="1" dirty="0">
              <a:latin typeface="Meiryo UI"/>
              <a:ea typeface="Meiryo UI"/>
            </a:endParaRPr>
          </a:p>
        </p:txBody>
      </p:sp>
      <p:sp>
        <p:nvSpPr>
          <p:cNvPr id="14" name="吹き出し: 角を丸めた四角形 13">
            <a:extLst>
              <a:ext uri="{FF2B5EF4-FFF2-40B4-BE49-F238E27FC236}">
                <a16:creationId xmlns:a16="http://schemas.microsoft.com/office/drawing/2014/main" id="{9F5B68BA-AE24-6F29-5FB0-11CF544A5AE1}"/>
              </a:ext>
            </a:extLst>
          </p:cNvPr>
          <p:cNvSpPr/>
          <p:nvPr/>
        </p:nvSpPr>
        <p:spPr>
          <a:xfrm>
            <a:off x="5283520" y="5416649"/>
            <a:ext cx="1553468" cy="1066800"/>
          </a:xfrm>
          <a:prstGeom prst="wedgeRoundRectCallout">
            <a:avLst>
              <a:gd name="adj1" fmla="val -88497"/>
              <a:gd name="adj2" fmla="val -43849"/>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ysClr val="windowText" lastClr="000000"/>
                </a:solidFill>
              </a:rPr>
              <a:t>作成中の場合は作成中とで</a:t>
            </a:r>
            <a:r>
              <a:rPr lang="ja-JP" altLang="en-US" sz="1400" dirty="0">
                <a:solidFill>
                  <a:sysClr val="windowText" lastClr="000000"/>
                </a:solidFill>
              </a:rPr>
              <a:t>る</a:t>
            </a:r>
            <a:endParaRPr kumimoji="1" lang="ja-JP" altLang="en-US" sz="1400" dirty="0">
              <a:solidFill>
                <a:sysClr val="windowText" lastClr="000000"/>
              </a:solidFill>
            </a:endParaRPr>
          </a:p>
        </p:txBody>
      </p:sp>
      <p:pic>
        <p:nvPicPr>
          <p:cNvPr id="3" name="図 2" descr="グラフィカル ユーザー インターフェイス, アプリケーション&#10;&#10;AI 生成コンテンツは誤りを含む可能性があります。">
            <a:extLst>
              <a:ext uri="{FF2B5EF4-FFF2-40B4-BE49-F238E27FC236}">
                <a16:creationId xmlns:a16="http://schemas.microsoft.com/office/drawing/2014/main" id="{EB1E15B2-9F4C-6A45-C6F7-93B9829786FB}"/>
              </a:ext>
            </a:extLst>
          </p:cNvPr>
          <p:cNvPicPr>
            <a:picLocks noChangeAspect="1"/>
          </p:cNvPicPr>
          <p:nvPr/>
        </p:nvPicPr>
        <p:blipFill>
          <a:blip r:embed="rId3"/>
          <a:stretch>
            <a:fillRect/>
          </a:stretch>
        </p:blipFill>
        <p:spPr>
          <a:xfrm>
            <a:off x="430599" y="1042028"/>
            <a:ext cx="4365185" cy="5680920"/>
          </a:xfrm>
          <a:prstGeom prst="rect">
            <a:avLst/>
          </a:prstGeom>
        </p:spPr>
      </p:pic>
      <p:sp>
        <p:nvSpPr>
          <p:cNvPr id="4" name="正方形/長方形 3">
            <a:extLst>
              <a:ext uri="{FF2B5EF4-FFF2-40B4-BE49-F238E27FC236}">
                <a16:creationId xmlns:a16="http://schemas.microsoft.com/office/drawing/2014/main" id="{9193B729-3625-897F-F3D7-E395492CD6EB}"/>
              </a:ext>
            </a:extLst>
          </p:cNvPr>
          <p:cNvSpPr/>
          <p:nvPr/>
        </p:nvSpPr>
        <p:spPr>
          <a:xfrm>
            <a:off x="918336" y="1836637"/>
            <a:ext cx="3374264" cy="2489830"/>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吹き出し: 角を丸めた四角形 9">
            <a:extLst>
              <a:ext uri="{FF2B5EF4-FFF2-40B4-BE49-F238E27FC236}">
                <a16:creationId xmlns:a16="http://schemas.microsoft.com/office/drawing/2014/main" id="{C31BFFF8-F824-B6D6-58E1-C27EF34A07AE}"/>
              </a:ext>
            </a:extLst>
          </p:cNvPr>
          <p:cNvSpPr/>
          <p:nvPr/>
        </p:nvSpPr>
        <p:spPr>
          <a:xfrm>
            <a:off x="4652456" y="2174700"/>
            <a:ext cx="1642533" cy="609600"/>
          </a:xfrm>
          <a:prstGeom prst="wedgeRoundRectCallout">
            <a:avLst>
              <a:gd name="adj1" fmla="val -61555"/>
              <a:gd name="adj2" fmla="val 6944"/>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ysClr val="windowText" lastClr="000000"/>
                </a:solidFill>
              </a:rPr>
              <a:t>お知らせ欄</a:t>
            </a:r>
          </a:p>
        </p:txBody>
      </p:sp>
      <p:sp>
        <p:nvSpPr>
          <p:cNvPr id="2" name="正方形/長方形 1">
            <a:extLst>
              <a:ext uri="{FF2B5EF4-FFF2-40B4-BE49-F238E27FC236}">
                <a16:creationId xmlns:a16="http://schemas.microsoft.com/office/drawing/2014/main" id="{0E78D951-6461-38B5-0768-A6AC26E09117}"/>
              </a:ext>
            </a:extLst>
          </p:cNvPr>
          <p:cNvSpPr/>
          <p:nvPr/>
        </p:nvSpPr>
        <p:spPr>
          <a:xfrm>
            <a:off x="918336" y="4799970"/>
            <a:ext cx="3374264" cy="78556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吹き出し: 角を丸めた四角形 5">
            <a:extLst>
              <a:ext uri="{FF2B5EF4-FFF2-40B4-BE49-F238E27FC236}">
                <a16:creationId xmlns:a16="http://schemas.microsoft.com/office/drawing/2014/main" id="{893FF4E4-258C-1088-69E5-95440F591F34}"/>
              </a:ext>
            </a:extLst>
          </p:cNvPr>
          <p:cNvSpPr/>
          <p:nvPr/>
        </p:nvSpPr>
        <p:spPr>
          <a:xfrm>
            <a:off x="4462254" y="4621317"/>
            <a:ext cx="1642533" cy="609600"/>
          </a:xfrm>
          <a:prstGeom prst="wedgeRoundRectCallout">
            <a:avLst>
              <a:gd name="adj1" fmla="val -61555"/>
              <a:gd name="adj2" fmla="val 6944"/>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ysClr val="windowText" lastClr="000000"/>
                </a:solidFill>
              </a:rPr>
              <a:t>出来あがったファイル</a:t>
            </a:r>
            <a:r>
              <a:rPr kumimoji="1" lang="en-US" altLang="ja-JP" sz="1600" dirty="0">
                <a:solidFill>
                  <a:sysClr val="windowText" lastClr="000000"/>
                </a:solidFill>
              </a:rPr>
              <a:t>DL</a:t>
            </a:r>
            <a:endParaRPr kumimoji="1" lang="ja-JP" altLang="en-US" sz="1600" dirty="0">
              <a:solidFill>
                <a:sysClr val="windowText" lastClr="000000"/>
              </a:solidFill>
            </a:endParaRPr>
          </a:p>
        </p:txBody>
      </p:sp>
      <p:sp>
        <p:nvSpPr>
          <p:cNvPr id="13" name="吹き出し: 角を丸めた四角形 12">
            <a:extLst>
              <a:ext uri="{FF2B5EF4-FFF2-40B4-BE49-F238E27FC236}">
                <a16:creationId xmlns:a16="http://schemas.microsoft.com/office/drawing/2014/main" id="{A771F163-A7F6-1CE5-0166-AE217E456982}"/>
              </a:ext>
            </a:extLst>
          </p:cNvPr>
          <p:cNvSpPr/>
          <p:nvPr/>
        </p:nvSpPr>
        <p:spPr>
          <a:xfrm>
            <a:off x="4652455" y="3614051"/>
            <a:ext cx="2273278" cy="609600"/>
          </a:xfrm>
          <a:prstGeom prst="wedgeRoundRectCallout">
            <a:avLst>
              <a:gd name="adj1" fmla="val -121569"/>
              <a:gd name="adj2" fmla="val 97222"/>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ysClr val="windowText" lastClr="000000"/>
                </a:solidFill>
              </a:rPr>
              <a:t>申請フォームへ</a:t>
            </a:r>
            <a:endParaRPr kumimoji="1" lang="ja-JP" altLang="en-US" sz="1600" dirty="0">
              <a:solidFill>
                <a:sysClr val="windowText" lastClr="000000"/>
              </a:solidFill>
            </a:endParaRPr>
          </a:p>
        </p:txBody>
      </p:sp>
    </p:spTree>
    <p:extLst>
      <p:ext uri="{BB962C8B-B14F-4D97-AF65-F5344CB8AC3E}">
        <p14:creationId xmlns:p14="http://schemas.microsoft.com/office/powerpoint/2010/main" val="813208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0FC6A-FD95-835C-1AC5-3E05F725DE94}"/>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30E0E3A1-CB43-E295-A256-54A18D46983E}"/>
              </a:ext>
            </a:extLst>
          </p:cNvPr>
          <p:cNvSpPr>
            <a:spLocks noGrp="1"/>
          </p:cNvSpPr>
          <p:nvPr>
            <p:ph type="sldNum" sz="quarter" idx="12"/>
          </p:nvPr>
        </p:nvSpPr>
        <p:spPr/>
        <p:txBody>
          <a:bodyPr/>
          <a:lstStyle/>
          <a:p>
            <a:fld id="{19FF75DF-7FDB-DF48-865B-1099646D8BB7}" type="slidenum">
              <a:rPr lang="ja-JP" altLang="en-US" smtClean="0"/>
              <a:pPr/>
              <a:t>13</a:t>
            </a:fld>
            <a:endParaRPr lang="ja-JP" altLang="en-US"/>
          </a:p>
        </p:txBody>
      </p:sp>
      <p:sp>
        <p:nvSpPr>
          <p:cNvPr id="11" name="タイトル 48">
            <a:extLst>
              <a:ext uri="{FF2B5EF4-FFF2-40B4-BE49-F238E27FC236}">
                <a16:creationId xmlns:a16="http://schemas.microsoft.com/office/drawing/2014/main" id="{BA1F4561-D1E2-624E-CEF6-7D44E3A4F3BD}"/>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en-US" altLang="ja-JP" sz="2400" b="1" dirty="0"/>
              <a:t>2</a:t>
            </a:r>
            <a:r>
              <a:rPr lang="ja-JP" altLang="en-US" sz="2400" b="1" dirty="0"/>
              <a:t>）申請フォームの動き</a:t>
            </a:r>
            <a:endParaRPr lang="ja-JP" altLang="en-US" sz="2400" b="1" dirty="0">
              <a:latin typeface="Meiryo UI"/>
              <a:ea typeface="Meiryo UI"/>
            </a:endParaRPr>
          </a:p>
        </p:txBody>
      </p:sp>
      <p:pic>
        <p:nvPicPr>
          <p:cNvPr id="5" name="図 4" descr="グラフィカル ユーザー インターフェイス, アプリケーション&#10;&#10;AI 生成コンテンツは誤りを含む可能性があります。">
            <a:extLst>
              <a:ext uri="{FF2B5EF4-FFF2-40B4-BE49-F238E27FC236}">
                <a16:creationId xmlns:a16="http://schemas.microsoft.com/office/drawing/2014/main" id="{E3C12F52-6A9A-88A0-9445-3D5F7D72BB77}"/>
              </a:ext>
            </a:extLst>
          </p:cNvPr>
          <p:cNvPicPr>
            <a:picLocks noChangeAspect="1"/>
          </p:cNvPicPr>
          <p:nvPr/>
        </p:nvPicPr>
        <p:blipFill>
          <a:blip r:embed="rId3"/>
          <a:stretch>
            <a:fillRect/>
          </a:stretch>
        </p:blipFill>
        <p:spPr>
          <a:xfrm>
            <a:off x="406233" y="1051053"/>
            <a:ext cx="5546025" cy="5629147"/>
          </a:xfrm>
          <a:prstGeom prst="rect">
            <a:avLst/>
          </a:prstGeom>
        </p:spPr>
      </p:pic>
      <p:pic>
        <p:nvPicPr>
          <p:cNvPr id="9" name="図 8" descr="グラフィカル ユーザー インターフェイス&#10;&#10;AI 生成コンテンツは誤りを含む可能性があります。">
            <a:extLst>
              <a:ext uri="{FF2B5EF4-FFF2-40B4-BE49-F238E27FC236}">
                <a16:creationId xmlns:a16="http://schemas.microsoft.com/office/drawing/2014/main" id="{0652ABEA-9D3B-24C0-32E4-4EF73D4A189D}"/>
              </a:ext>
            </a:extLst>
          </p:cNvPr>
          <p:cNvPicPr>
            <a:picLocks noChangeAspect="1"/>
          </p:cNvPicPr>
          <p:nvPr/>
        </p:nvPicPr>
        <p:blipFill>
          <a:blip r:embed="rId4"/>
          <a:stretch>
            <a:fillRect/>
          </a:stretch>
        </p:blipFill>
        <p:spPr>
          <a:xfrm>
            <a:off x="6334833" y="1051054"/>
            <a:ext cx="5450933" cy="4656667"/>
          </a:xfrm>
          <a:prstGeom prst="rect">
            <a:avLst/>
          </a:prstGeom>
        </p:spPr>
      </p:pic>
      <p:sp>
        <p:nvSpPr>
          <p:cNvPr id="10" name="吹き出し: 角を丸めた四角形 9">
            <a:extLst>
              <a:ext uri="{FF2B5EF4-FFF2-40B4-BE49-F238E27FC236}">
                <a16:creationId xmlns:a16="http://schemas.microsoft.com/office/drawing/2014/main" id="{C4877E66-1E42-1F49-D77D-B4D46E9F11D5}"/>
              </a:ext>
            </a:extLst>
          </p:cNvPr>
          <p:cNvSpPr/>
          <p:nvPr/>
        </p:nvSpPr>
        <p:spPr>
          <a:xfrm>
            <a:off x="3970868" y="2192866"/>
            <a:ext cx="1642533" cy="609600"/>
          </a:xfrm>
          <a:prstGeom prst="wedgeRoundRectCallout">
            <a:avLst>
              <a:gd name="adj1" fmla="val -65163"/>
              <a:gd name="adj2" fmla="val 27777"/>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ysClr val="windowText" lastClr="000000"/>
                </a:solidFill>
              </a:rPr>
              <a:t>入力して次へ</a:t>
            </a:r>
          </a:p>
        </p:txBody>
      </p:sp>
      <p:sp>
        <p:nvSpPr>
          <p:cNvPr id="12" name="吹き出し: 角を丸めた四角形 11">
            <a:extLst>
              <a:ext uri="{FF2B5EF4-FFF2-40B4-BE49-F238E27FC236}">
                <a16:creationId xmlns:a16="http://schemas.microsoft.com/office/drawing/2014/main" id="{46FD8BEF-0EC6-7508-B139-0DB8DEC9CFB4}"/>
              </a:ext>
            </a:extLst>
          </p:cNvPr>
          <p:cNvSpPr/>
          <p:nvPr/>
        </p:nvSpPr>
        <p:spPr>
          <a:xfrm>
            <a:off x="8805333" y="1921933"/>
            <a:ext cx="3114343" cy="1066800"/>
          </a:xfrm>
          <a:prstGeom prst="wedgeRoundRectCallout">
            <a:avLst>
              <a:gd name="adj1" fmla="val -53708"/>
              <a:gd name="adj2" fmla="val 85515"/>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err="1">
                <a:solidFill>
                  <a:sysClr val="windowText" lastClr="000000"/>
                </a:solidFill>
              </a:rPr>
              <a:t>GreenMeister</a:t>
            </a:r>
            <a:r>
              <a:rPr kumimoji="1" lang="ja-JP" altLang="en-US" sz="1400" dirty="0">
                <a:solidFill>
                  <a:sysClr val="windowText" lastClr="000000"/>
                </a:solidFill>
              </a:rPr>
              <a:t>から連携された存在ファイル（証明書を出せるか）を照合して判定結果を表示</a:t>
            </a:r>
            <a:endParaRPr kumimoji="1" lang="en-US" altLang="ja-JP" sz="1400" dirty="0">
              <a:solidFill>
                <a:sysClr val="windowText" lastClr="000000"/>
              </a:solidFill>
            </a:endParaRPr>
          </a:p>
          <a:p>
            <a:pPr algn="ctr"/>
            <a:r>
              <a:rPr lang="ja-JP" altLang="en-US" sz="1400" dirty="0">
                <a:solidFill>
                  <a:sysClr val="windowText" lastClr="000000"/>
                </a:solidFill>
              </a:rPr>
              <a:t>判定結果は社員、代理店で異なる</a:t>
            </a:r>
            <a:endParaRPr kumimoji="1" lang="ja-JP" altLang="en-US" sz="1400" dirty="0">
              <a:solidFill>
                <a:sysClr val="windowText" lastClr="000000"/>
              </a:solidFill>
            </a:endParaRPr>
          </a:p>
        </p:txBody>
      </p:sp>
      <p:sp>
        <p:nvSpPr>
          <p:cNvPr id="14" name="吹き出し: 角を丸めた四角形 13">
            <a:extLst>
              <a:ext uri="{FF2B5EF4-FFF2-40B4-BE49-F238E27FC236}">
                <a16:creationId xmlns:a16="http://schemas.microsoft.com/office/drawing/2014/main" id="{6E10E9A4-CA78-A2D6-0A7A-F1B95565A734}"/>
              </a:ext>
            </a:extLst>
          </p:cNvPr>
          <p:cNvSpPr/>
          <p:nvPr/>
        </p:nvSpPr>
        <p:spPr>
          <a:xfrm>
            <a:off x="8936732" y="4376651"/>
            <a:ext cx="3114343" cy="1066800"/>
          </a:xfrm>
          <a:prstGeom prst="wedgeRoundRectCallout">
            <a:avLst>
              <a:gd name="adj1" fmla="val -27609"/>
              <a:gd name="adj2" fmla="val -63691"/>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ysClr val="windowText" lastClr="000000"/>
                </a:solidFill>
              </a:rPr>
              <a:t>この</a:t>
            </a:r>
            <a:r>
              <a:rPr kumimoji="1" lang="ja-JP" altLang="en-US" sz="1400" dirty="0">
                <a:solidFill>
                  <a:sysClr val="windowText" lastClr="000000"/>
                </a:solidFill>
              </a:rPr>
              <a:t>キャプチャはエラーですが、出せるものはチェックを入れて申請をクリック。</a:t>
            </a:r>
            <a:r>
              <a:rPr lang="ja-JP" altLang="en-US" sz="1400" dirty="0">
                <a:solidFill>
                  <a:sysClr val="windowText" lastClr="000000"/>
                </a:solidFill>
              </a:rPr>
              <a:t>裏で申請ファイルが連携されます。</a:t>
            </a:r>
            <a:endParaRPr kumimoji="1" lang="ja-JP" altLang="en-US" sz="1400" dirty="0">
              <a:solidFill>
                <a:sysClr val="windowText" lastClr="000000"/>
              </a:solidFill>
            </a:endParaRPr>
          </a:p>
        </p:txBody>
      </p:sp>
    </p:spTree>
    <p:extLst>
      <p:ext uri="{BB962C8B-B14F-4D97-AF65-F5344CB8AC3E}">
        <p14:creationId xmlns:p14="http://schemas.microsoft.com/office/powerpoint/2010/main" val="3473169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DB80D-C079-9973-67C1-91475011A3D5}"/>
            </a:ext>
          </a:extLst>
        </p:cNvPr>
        <p:cNvGrpSpPr/>
        <p:nvPr/>
      </p:nvGrpSpPr>
      <p:grpSpPr>
        <a:xfrm>
          <a:off x="0" y="0"/>
          <a:ext cx="0" cy="0"/>
          <a:chOff x="0" y="0"/>
          <a:chExt cx="0" cy="0"/>
        </a:xfrm>
      </p:grpSpPr>
      <p:sp>
        <p:nvSpPr>
          <p:cNvPr id="8" name="スライド番号プレースホルダー 7">
            <a:extLst>
              <a:ext uri="{FF2B5EF4-FFF2-40B4-BE49-F238E27FC236}">
                <a16:creationId xmlns:a16="http://schemas.microsoft.com/office/drawing/2014/main" id="{37D48D53-4221-E47A-D032-C71A6FC71364}"/>
              </a:ext>
            </a:extLst>
          </p:cNvPr>
          <p:cNvSpPr>
            <a:spLocks noGrp="1"/>
          </p:cNvSpPr>
          <p:nvPr>
            <p:ph type="sldNum" sz="quarter" idx="12"/>
          </p:nvPr>
        </p:nvSpPr>
        <p:spPr/>
        <p:txBody>
          <a:bodyPr/>
          <a:lstStyle/>
          <a:p>
            <a:fld id="{19FF75DF-7FDB-DF48-865B-1099646D8BB7}" type="slidenum">
              <a:rPr lang="ja-JP" altLang="en-US" smtClean="0"/>
              <a:pPr/>
              <a:t>14</a:t>
            </a:fld>
            <a:endParaRPr lang="ja-JP" altLang="en-US"/>
          </a:p>
        </p:txBody>
      </p:sp>
      <p:sp>
        <p:nvSpPr>
          <p:cNvPr id="11" name="タイトル 48">
            <a:extLst>
              <a:ext uri="{FF2B5EF4-FFF2-40B4-BE49-F238E27FC236}">
                <a16:creationId xmlns:a16="http://schemas.microsoft.com/office/drawing/2014/main" id="{768CA60C-1D0D-C91D-4247-EC26BB275C94}"/>
              </a:ext>
            </a:extLst>
          </p:cNvPr>
          <p:cNvSpPr>
            <a:spLocks noGrp="1"/>
          </p:cNvSpPr>
          <p:nvPr>
            <p:ph type="title" hasCustomPrompt="1"/>
          </p:nvPr>
        </p:nvSpPr>
        <p:spPr>
          <a:xfrm>
            <a:off x="0" y="9"/>
            <a:ext cx="12192000" cy="768621"/>
          </a:xfrm>
        </p:spPr>
        <p:txBody>
          <a:bodyPr lIns="0" tIns="0" rIns="0" bIns="0">
            <a:noAutofit/>
          </a:bodyPr>
          <a:lstStyle>
            <a:lvl1pPr algn="ctr">
              <a:lnSpc>
                <a:spcPts val="2500"/>
              </a:lnSpc>
              <a:defRPr sz="2200" b="0">
                <a:solidFill>
                  <a:schemeClr val="tx1"/>
                </a:solidFill>
              </a:defRPr>
            </a:lvl1pPr>
          </a:lstStyle>
          <a:p>
            <a:r>
              <a:rPr lang="ja-JP" altLang="en-US" sz="2400" b="1" dirty="0">
                <a:latin typeface="Meiryo UI"/>
                <a:ea typeface="Meiryo UI"/>
              </a:rPr>
              <a:t>管理者向けの履歴ページ</a:t>
            </a:r>
          </a:p>
        </p:txBody>
      </p:sp>
      <p:pic>
        <p:nvPicPr>
          <p:cNvPr id="4" name="図 3"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3660D2CD-ADFA-5E54-6943-987E5AA0BF7B}"/>
              </a:ext>
            </a:extLst>
          </p:cNvPr>
          <p:cNvPicPr>
            <a:picLocks noChangeAspect="1"/>
          </p:cNvPicPr>
          <p:nvPr/>
        </p:nvPicPr>
        <p:blipFill>
          <a:blip r:embed="rId3"/>
          <a:stretch>
            <a:fillRect/>
          </a:stretch>
        </p:blipFill>
        <p:spPr>
          <a:xfrm>
            <a:off x="440268" y="1501914"/>
            <a:ext cx="9369770" cy="4773745"/>
          </a:xfrm>
          <a:prstGeom prst="rect">
            <a:avLst/>
          </a:prstGeom>
        </p:spPr>
      </p:pic>
      <p:sp>
        <p:nvSpPr>
          <p:cNvPr id="10" name="吹き出し: 角を丸めた四角形 9">
            <a:extLst>
              <a:ext uri="{FF2B5EF4-FFF2-40B4-BE49-F238E27FC236}">
                <a16:creationId xmlns:a16="http://schemas.microsoft.com/office/drawing/2014/main" id="{9A3D0E99-B5F2-D6D6-E14C-A101759650F5}"/>
              </a:ext>
            </a:extLst>
          </p:cNvPr>
          <p:cNvSpPr/>
          <p:nvPr/>
        </p:nvSpPr>
        <p:spPr>
          <a:xfrm>
            <a:off x="8149163" y="1044714"/>
            <a:ext cx="3476981" cy="609600"/>
          </a:xfrm>
          <a:prstGeom prst="wedgeRoundRectCallout">
            <a:avLst>
              <a:gd name="adj1" fmla="val -35942"/>
              <a:gd name="adj2" fmla="val 159721"/>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ysClr val="windowText" lastClr="000000"/>
                </a:solidFill>
              </a:rPr>
              <a:t>誰が、いつ、どの受付番号で、申請して、ステータスがどうか？</a:t>
            </a:r>
          </a:p>
        </p:txBody>
      </p:sp>
      <p:sp>
        <p:nvSpPr>
          <p:cNvPr id="2" name="吹き出し: 角を丸めた四角形 1">
            <a:extLst>
              <a:ext uri="{FF2B5EF4-FFF2-40B4-BE49-F238E27FC236}">
                <a16:creationId xmlns:a16="http://schemas.microsoft.com/office/drawing/2014/main" id="{95E26475-9A51-7ABB-AC8E-124EF8B42C0C}"/>
              </a:ext>
            </a:extLst>
          </p:cNvPr>
          <p:cNvSpPr/>
          <p:nvPr/>
        </p:nvSpPr>
        <p:spPr>
          <a:xfrm>
            <a:off x="9549692" y="3651700"/>
            <a:ext cx="2336799" cy="2161586"/>
          </a:xfrm>
          <a:prstGeom prst="wedgeRoundRectCallout">
            <a:avLst>
              <a:gd name="adj1" fmla="val -69802"/>
              <a:gd name="adj2" fmla="val -15279"/>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ysClr val="windowText" lastClr="000000"/>
                </a:solidFill>
              </a:rPr>
              <a:t>問い合わせが来た時に、受付番号を見てどこで止まっているか調査したい。</a:t>
            </a:r>
            <a:endParaRPr kumimoji="1" lang="en-US" altLang="ja-JP" sz="1600" dirty="0">
              <a:solidFill>
                <a:sysClr val="windowText" lastClr="000000"/>
              </a:solidFill>
            </a:endParaRPr>
          </a:p>
          <a:p>
            <a:r>
              <a:rPr kumimoji="1" lang="ja-JP" altLang="en-US" sz="1600" dirty="0">
                <a:solidFill>
                  <a:sysClr val="windowText" lastClr="000000"/>
                </a:solidFill>
              </a:rPr>
              <a:t>利用状況を把握したい。</a:t>
            </a:r>
          </a:p>
        </p:txBody>
      </p:sp>
      <p:sp>
        <p:nvSpPr>
          <p:cNvPr id="3" name="吹き出し: 角を丸めた四角形 2">
            <a:extLst>
              <a:ext uri="{FF2B5EF4-FFF2-40B4-BE49-F238E27FC236}">
                <a16:creationId xmlns:a16="http://schemas.microsoft.com/office/drawing/2014/main" id="{B303161C-5C89-0ADB-04D0-2B5D5E351A51}"/>
              </a:ext>
            </a:extLst>
          </p:cNvPr>
          <p:cNvSpPr/>
          <p:nvPr/>
        </p:nvSpPr>
        <p:spPr>
          <a:xfrm>
            <a:off x="139701" y="4597400"/>
            <a:ext cx="2336799" cy="1079500"/>
          </a:xfrm>
          <a:prstGeom prst="wedgeRoundRectCallout">
            <a:avLst>
              <a:gd name="adj1" fmla="val 62099"/>
              <a:gd name="adj2" fmla="val 16448"/>
              <a:gd name="adj3" fmla="val 1666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600" dirty="0">
                <a:solidFill>
                  <a:sysClr val="windowText" lastClr="000000"/>
                </a:solidFill>
              </a:rPr>
              <a:t>メールアドレスは必須</a:t>
            </a:r>
            <a:endParaRPr kumimoji="1" lang="en-US" altLang="ja-JP" sz="1600" dirty="0">
              <a:solidFill>
                <a:sysClr val="windowText" lastClr="000000"/>
              </a:solidFill>
            </a:endParaRPr>
          </a:p>
          <a:p>
            <a:r>
              <a:rPr lang="ja-JP" altLang="en-US" sz="1600" dirty="0">
                <a:solidFill>
                  <a:sysClr val="windowText" lastClr="000000"/>
                </a:solidFill>
              </a:rPr>
              <a:t>名前も必要</a:t>
            </a:r>
            <a:endParaRPr lang="en-US" altLang="ja-JP" sz="1600" dirty="0">
              <a:solidFill>
                <a:sysClr val="windowText" lastClr="000000"/>
              </a:solidFill>
            </a:endParaRPr>
          </a:p>
          <a:p>
            <a:endParaRPr kumimoji="1" lang="ja-JP" altLang="en-US" sz="1600" dirty="0">
              <a:solidFill>
                <a:sysClr val="windowText" lastClr="000000"/>
              </a:solidFill>
            </a:endParaRPr>
          </a:p>
        </p:txBody>
      </p:sp>
    </p:spTree>
    <p:extLst>
      <p:ext uri="{BB962C8B-B14F-4D97-AF65-F5344CB8AC3E}">
        <p14:creationId xmlns:p14="http://schemas.microsoft.com/office/powerpoint/2010/main" val="3637049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042C8-B6E0-04BD-BC05-EFC93D2EA129}"/>
            </a:ext>
          </a:extLst>
        </p:cNvPr>
        <p:cNvGrpSpPr/>
        <p:nvPr/>
      </p:nvGrpSpPr>
      <p:grpSpPr>
        <a:xfrm>
          <a:off x="0" y="0"/>
          <a:ext cx="0" cy="0"/>
          <a:chOff x="0" y="0"/>
          <a:chExt cx="0" cy="0"/>
        </a:xfrm>
      </p:grpSpPr>
    </p:spTree>
    <p:extLst>
      <p:ext uri="{BB962C8B-B14F-4D97-AF65-F5344CB8AC3E}">
        <p14:creationId xmlns:p14="http://schemas.microsoft.com/office/powerpoint/2010/main" val="2302482403"/>
      </p:ext>
    </p:extLst>
  </p:cSld>
  <p:clrMapOvr>
    <a:masterClrMapping/>
  </p:clrMapOvr>
</p:sld>
</file>

<file path=ppt/theme/theme1.xml><?xml version="1.0" encoding="utf-8"?>
<a:theme xmlns:a="http://schemas.openxmlformats.org/drawingml/2006/main" name="opening_ending mast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master">
  <a:themeElements>
    <a:clrScheme name="HRS 2">
      <a:dk1>
        <a:srgbClr val="000000"/>
      </a:dk1>
      <a:lt1>
        <a:srgbClr val="FFFFFF"/>
      </a:lt1>
      <a:dk2>
        <a:srgbClr val="004098"/>
      </a:dk2>
      <a:lt2>
        <a:srgbClr val="E7E6E6"/>
      </a:lt2>
      <a:accent1>
        <a:srgbClr val="004098"/>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HRS">
      <a:majorFont>
        <a:latin typeface="Arial"/>
        <a:ea typeface="游ゴシック"/>
        <a:cs typeface=""/>
      </a:majorFont>
      <a:minorFont>
        <a:latin typeface="Arial"/>
        <a:ea typeface="Yu 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le master">
  <a:themeElements>
    <a:clrScheme name="HRS 2">
      <a:dk1>
        <a:srgbClr val="000000"/>
      </a:dk1>
      <a:lt1>
        <a:srgbClr val="FFFFFF"/>
      </a:lt1>
      <a:dk2>
        <a:srgbClr val="004098"/>
      </a:dk2>
      <a:lt2>
        <a:srgbClr val="E7E6E6"/>
      </a:lt2>
      <a:accent1>
        <a:srgbClr val="004098"/>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HRS">
      <a:majorFont>
        <a:latin typeface="Arial"/>
        <a:ea typeface="游ゴシック"/>
        <a:cs typeface=""/>
      </a:majorFont>
      <a:minorFont>
        <a:latin typeface="Arial"/>
        <a:ea typeface="Yu Gothic"/>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A2BF3CE1CFE90348B5D5A6BC10BEA7DE" ma:contentTypeVersion="19" ma:contentTypeDescription="新しいドキュメントを作成します。" ma:contentTypeScope="" ma:versionID="16434ce2c73d2994095f80d393e67ac7">
  <xsd:schema xmlns:xsd="http://www.w3.org/2001/XMLSchema" xmlns:xs="http://www.w3.org/2001/XMLSchema" xmlns:p="http://schemas.microsoft.com/office/2006/metadata/properties" xmlns:ns2="f98e4964-1bbc-429e-8942-e88792f4a3c1" xmlns:ns3="c3f6baff-d587-4c1c-bacf-1fb9fe7661e4" targetNamespace="http://schemas.microsoft.com/office/2006/metadata/properties" ma:root="true" ma:fieldsID="cc6f8ce4e3950ea2b7a1e7da09c8c1d3" ns2:_="" ns3:_="">
    <xsd:import namespace="f98e4964-1bbc-429e-8942-e88792f4a3c1"/>
    <xsd:import namespace="c3f6baff-d587-4c1c-bacf-1fb9fe7661e4"/>
    <xsd:element name="properties">
      <xsd:complexType>
        <xsd:sequence>
          <xsd:element name="documentManagement">
            <xsd:complexType>
              <xsd:all>
                <xsd:element ref="ns2:_x5099__x8003_" minOccurs="0"/>
                <xsd:element ref="ns3:SharedWithUsers" minOccurs="0"/>
                <xsd:element ref="ns3:SharedWithDetails" minOccurs="0"/>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98e4964-1bbc-429e-8942-e88792f4a3c1" elementFormDefault="qualified">
    <xsd:import namespace="http://schemas.microsoft.com/office/2006/documentManagement/types"/>
    <xsd:import namespace="http://schemas.microsoft.com/office/infopath/2007/PartnerControls"/>
    <xsd:element name="_x5099__x8003_" ma:index="1" nillable="true" ma:displayName="備考" ma:internalName="_x5099__x8003_">
      <xsd:simpleType>
        <xsd:restriction base="dms:Text">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a4ca2407-f6c7-4c55-87e4-f899293a2642" ma:termSetId="09814cd3-568e-fe90-9814-8d621ff8fb84" ma:anchorId="fba54fb3-c3e1-fe81-a776-ca4b69148c4d" ma:open="true" ma:isKeyword="false">
      <xsd:complexType>
        <xsd:sequence>
          <xsd:element ref="pc:Terms" minOccurs="0" maxOccurs="1"/>
        </xsd:sequence>
      </xsd:complex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3f6baff-d587-4c1c-bacf-1fb9fe7661e4" elementFormDefault="qualified">
    <xsd:import namespace="http://schemas.microsoft.com/office/2006/documentManagement/types"/>
    <xsd:import namespace="http://schemas.microsoft.com/office/infopath/2007/PartnerControls"/>
    <xsd:element name="SharedWithUsers" ma:index="9"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共有相手の詳細情報" ma:internalName="SharedWithDetails" ma:readOnly="true">
      <xsd:simpleType>
        <xsd:restriction base="dms:Note">
          <xsd:maxLength value="255"/>
        </xsd:restriction>
      </xsd:simpleType>
    </xsd:element>
    <xsd:element name="TaxCatchAll" ma:index="17" nillable="true" ma:displayName="Taxonomy Catch All Column" ma:hidden="true" ma:list="{531f8b7b-e686-4b36-a35d-aca667ec9268}" ma:internalName="TaxCatchAll" ma:showField="CatchAllData" ma:web="c3f6baff-d587-4c1c-bacf-1fb9fe7661e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7" ma:displayName="コンテンツ タイプ"/>
        <xsd:element ref="dc:title" minOccurs="0" maxOccurs="1" ma:index="2"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x5099__x8003_ xmlns="f98e4964-1bbc-429e-8942-e88792f4a3c1" xsi:nil="true"/>
    <TaxCatchAll xmlns="c3f6baff-d587-4c1c-bacf-1fb9fe7661e4" xsi:nil="true"/>
    <lcf76f155ced4ddcb4097134ff3c332f xmlns="f98e4964-1bbc-429e-8942-e88792f4a3c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8E64586-2738-4190-9CC0-1D371404F1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98e4964-1bbc-429e-8942-e88792f4a3c1"/>
    <ds:schemaRef ds:uri="c3f6baff-d587-4c1c-bacf-1fb9fe7661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4868707-B342-442B-A8BC-84E3F285A620}">
  <ds:schemaRefs>
    <ds:schemaRef ds:uri="http://schemas.microsoft.com/sharepoint/v3/contenttype/forms"/>
  </ds:schemaRefs>
</ds:datastoreItem>
</file>

<file path=customXml/itemProps3.xml><?xml version="1.0" encoding="utf-8"?>
<ds:datastoreItem xmlns:ds="http://schemas.openxmlformats.org/officeDocument/2006/customXml" ds:itemID="{F9EE09A4-E08E-4A54-9D43-86975D320FF4}">
  <ds:schemaRefs>
    <ds:schemaRef ds:uri="03c7a64f-04e5-40dd-a467-4d961bab4133"/>
    <ds:schemaRef ds:uri="c3f6baff-d587-4c1c-bacf-1fb9fe7661e4"/>
    <ds:schemaRef ds:uri="f98e4964-1bbc-429e-8942-e88792f4a3c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325</TotalTime>
  <Words>1523</Words>
  <Application>Microsoft Office PowerPoint</Application>
  <PresentationFormat>ワイド画面</PresentationFormat>
  <Paragraphs>165</Paragraphs>
  <Slides>16</Slides>
  <Notes>15</Notes>
  <HiddenSlides>0</HiddenSlides>
  <MMClips>0</MMClips>
  <ScaleCrop>false</ScaleCrop>
  <HeadingPairs>
    <vt:vector size="6" baseType="variant">
      <vt:variant>
        <vt:lpstr>使用されているフォント</vt:lpstr>
      </vt:variant>
      <vt:variant>
        <vt:i4>6</vt:i4>
      </vt:variant>
      <vt:variant>
        <vt:lpstr>テーマ</vt:lpstr>
      </vt:variant>
      <vt:variant>
        <vt:i4>3</vt:i4>
      </vt:variant>
      <vt:variant>
        <vt:lpstr>スライド タイトル</vt:lpstr>
      </vt:variant>
      <vt:variant>
        <vt:i4>16</vt:i4>
      </vt:variant>
    </vt:vector>
  </HeadingPairs>
  <TitlesOfParts>
    <vt:vector size="25" baseType="lpstr">
      <vt:lpstr>Meiryo UI</vt:lpstr>
      <vt:lpstr>Microsoft YaHei</vt:lpstr>
      <vt:lpstr>Yu Gothic</vt:lpstr>
      <vt:lpstr>Arial</vt:lpstr>
      <vt:lpstr>Calibri</vt:lpstr>
      <vt:lpstr>Wingdings</vt:lpstr>
      <vt:lpstr>opening_ending master</vt:lpstr>
      <vt:lpstr>Contents master</vt:lpstr>
      <vt:lpstr>title master</vt:lpstr>
      <vt:lpstr>PowerPoint プレゼンテーション</vt:lpstr>
      <vt:lpstr>PowerPoint プレゼンテーション</vt:lpstr>
      <vt:lpstr>１）背景と目的</vt:lpstr>
      <vt:lpstr>2）既存機能の概要</vt:lpstr>
      <vt:lpstr>2）既存機能との変化点</vt:lpstr>
      <vt:lpstr>2）既存機能との変化点</vt:lpstr>
      <vt:lpstr>2）既存機能との変化点</vt:lpstr>
      <vt:lpstr>2）必要機能</vt:lpstr>
      <vt:lpstr>2）WEBと別れる事での懸念：権限による申請範囲制御</vt:lpstr>
      <vt:lpstr>2）WEBと別れる事での懸念：WEB会員の情報受け渡し</vt:lpstr>
      <vt:lpstr>2）WEBと別れる事での懸念：申請の履歴情報について</vt:lpstr>
      <vt:lpstr>2）リリース前後のデータ移行について</vt:lpstr>
      <vt:lpstr>2）申請フォームの動き</vt:lpstr>
      <vt:lpstr>2）申請フォームの動き</vt:lpstr>
      <vt:lpstr>管理者向けの履歴ページ</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HRS Presentation Theme 2018</dc:title>
  <dc:creator>Nobuhiro Aota（青田 伸宏）</dc:creator>
  <cp:lastModifiedBy>Saori Suga（菅 里織）</cp:lastModifiedBy>
  <cp:revision>8</cp:revision>
  <cp:lastPrinted>2017-12-04T10:18:37Z</cp:lastPrinted>
  <dcterms:created xsi:type="dcterms:W3CDTF">2017-12-04T03:03:55Z</dcterms:created>
  <dcterms:modified xsi:type="dcterms:W3CDTF">2026-02-02T06:06:05Z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2017-12-04T00:00:00Z</vt:filetime>
  </property>
  <property fmtid="{D5CDD505-2E9C-101B-9397-08002B2CF9AE}" pid="3" name="Creator">
    <vt:lpwstr>Adobe Illustrator CC 2017 (Macintosh)</vt:lpwstr>
  </property>
  <property fmtid="{D5CDD505-2E9C-101B-9397-08002B2CF9AE}" pid="4" name="LastSaved">
    <vt:filetime>2017-12-04T00:00:00Z</vt:filetime>
  </property>
  <property fmtid="{D5CDD505-2E9C-101B-9397-08002B2CF9AE}" pid="5" name="ContentTypeId">
    <vt:lpwstr>0x010100A2BF3CE1CFE90348B5D5A6BC10BEA7DE</vt:lpwstr>
  </property>
  <property fmtid="{D5CDD505-2E9C-101B-9397-08002B2CF9AE}" pid="6" name="MediaServiceImageTags">
    <vt:lpwstr/>
  </property>
</Properties>
</file>