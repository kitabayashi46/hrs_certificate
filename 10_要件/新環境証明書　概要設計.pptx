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C352076-F954-49A9-99D6-0500CD8996CA}" v="20" dt="2026-04-08T05:17:20.39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3" d="100"/>
          <a:sy n="93" d="100"/>
        </p:scale>
        <p:origin x="600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11" Type="http://schemas.microsoft.com/office/2015/10/relationships/revisionInfo" Target="revisionInfo.xml"/><Relationship Id="rId5" Type="http://schemas.openxmlformats.org/officeDocument/2006/relationships/slide" Target="slides/slide4.xml"/><Relationship Id="rId10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ori Suga（菅 里織）" userId="8e39834b-9372-4d08-8fbc-04aba1367d86" providerId="ADAL" clId="{4990F336-D35E-4435-9CE4-6BB373FF4A73}"/>
    <pc:docChg chg="custSel addSld modSld">
      <pc:chgData name="Saori Suga（菅 里織）" userId="8e39834b-9372-4d08-8fbc-04aba1367d86" providerId="ADAL" clId="{4990F336-D35E-4435-9CE4-6BB373FF4A73}" dt="2026-04-08T05:23:50.652" v="1715" actId="20577"/>
      <pc:docMkLst>
        <pc:docMk/>
      </pc:docMkLst>
      <pc:sldChg chg="addSp modSp mod">
        <pc:chgData name="Saori Suga（菅 里織）" userId="8e39834b-9372-4d08-8fbc-04aba1367d86" providerId="ADAL" clId="{4990F336-D35E-4435-9CE4-6BB373FF4A73}" dt="2026-04-08T04:50:21.597" v="779" actId="14100"/>
        <pc:sldMkLst>
          <pc:docMk/>
          <pc:sldMk cId="261712311" sldId="256"/>
        </pc:sldMkLst>
        <pc:spChg chg="add mod">
          <ac:chgData name="Saori Suga（菅 里織）" userId="8e39834b-9372-4d08-8fbc-04aba1367d86" providerId="ADAL" clId="{4990F336-D35E-4435-9CE4-6BB373FF4A73}" dt="2026-04-08T04:27:21.233" v="31" actId="1076"/>
          <ac:spMkLst>
            <pc:docMk/>
            <pc:sldMk cId="261712311" sldId="256"/>
            <ac:spMk id="2" creationId="{E6C079BF-8965-5E2C-E343-FBF8047CFE1C}"/>
          </ac:spMkLst>
        </pc:spChg>
        <pc:spChg chg="add mod">
          <ac:chgData name="Saori Suga（菅 里織）" userId="8e39834b-9372-4d08-8fbc-04aba1367d86" providerId="ADAL" clId="{4990F336-D35E-4435-9CE4-6BB373FF4A73}" dt="2026-04-08T04:27:21.233" v="31" actId="1076"/>
          <ac:spMkLst>
            <pc:docMk/>
            <pc:sldMk cId="261712311" sldId="256"/>
            <ac:spMk id="3" creationId="{2FDFB09A-CB95-183E-A270-9DA370DD46A8}"/>
          </ac:spMkLst>
        </pc:spChg>
        <pc:spChg chg="add mod">
          <ac:chgData name="Saori Suga（菅 里織）" userId="8e39834b-9372-4d08-8fbc-04aba1367d86" providerId="ADAL" clId="{4990F336-D35E-4435-9CE4-6BB373FF4A73}" dt="2026-04-08T04:27:21.233" v="31" actId="1076"/>
          <ac:spMkLst>
            <pc:docMk/>
            <pc:sldMk cId="261712311" sldId="256"/>
            <ac:spMk id="18" creationId="{9E3A7431-0CA7-109B-7144-FA8469A9A630}"/>
          </ac:spMkLst>
        </pc:spChg>
        <pc:spChg chg="mod">
          <ac:chgData name="Saori Suga（菅 里織）" userId="8e39834b-9372-4d08-8fbc-04aba1367d86" providerId="ADAL" clId="{4990F336-D35E-4435-9CE4-6BB373FF4A73}" dt="2026-04-08T04:50:21.597" v="779" actId="14100"/>
          <ac:spMkLst>
            <pc:docMk/>
            <pc:sldMk cId="261712311" sldId="256"/>
            <ac:spMk id="19" creationId="{8802FC1E-155A-6D5F-CD88-E4E67404A527}"/>
          </ac:spMkLst>
        </pc:spChg>
        <pc:spChg chg="mod">
          <ac:chgData name="Saori Suga（菅 里織）" userId="8e39834b-9372-4d08-8fbc-04aba1367d86" providerId="ADAL" clId="{4990F336-D35E-4435-9CE4-6BB373FF4A73}" dt="2026-04-08T04:50:02.394" v="768" actId="20577"/>
          <ac:spMkLst>
            <pc:docMk/>
            <pc:sldMk cId="261712311" sldId="256"/>
            <ac:spMk id="20" creationId="{F16EB273-EA69-2C36-C746-F34DC21CC32A}"/>
          </ac:spMkLst>
        </pc:spChg>
        <pc:spChg chg="add mod">
          <ac:chgData name="Saori Suga（菅 里織）" userId="8e39834b-9372-4d08-8fbc-04aba1367d86" providerId="ADAL" clId="{4990F336-D35E-4435-9CE4-6BB373FF4A73}" dt="2026-04-08T04:28:49.110" v="39" actId="20577"/>
          <ac:spMkLst>
            <pc:docMk/>
            <pc:sldMk cId="261712311" sldId="256"/>
            <ac:spMk id="22" creationId="{31196B45-8343-4FBA-7615-46AB51284AE7}"/>
          </ac:spMkLst>
        </pc:spChg>
        <pc:spChg chg="add mod">
          <ac:chgData name="Saori Suga（菅 里織）" userId="8e39834b-9372-4d08-8fbc-04aba1367d86" providerId="ADAL" clId="{4990F336-D35E-4435-9CE4-6BB373FF4A73}" dt="2026-04-08T04:47:10.805" v="457" actId="207"/>
          <ac:spMkLst>
            <pc:docMk/>
            <pc:sldMk cId="261712311" sldId="256"/>
            <ac:spMk id="29" creationId="{AF2ECFBA-CCD2-83B4-8E8B-FED2741FE30A}"/>
          </ac:spMkLst>
        </pc:spChg>
        <pc:spChg chg="add mod">
          <ac:chgData name="Saori Suga（菅 里織）" userId="8e39834b-9372-4d08-8fbc-04aba1367d86" providerId="ADAL" clId="{4990F336-D35E-4435-9CE4-6BB373FF4A73}" dt="2026-04-08T04:47:10.805" v="457" actId="207"/>
          <ac:spMkLst>
            <pc:docMk/>
            <pc:sldMk cId="261712311" sldId="256"/>
            <ac:spMk id="39" creationId="{45A166E4-136C-17BE-F05A-D23FB6094257}"/>
          </ac:spMkLst>
        </pc:spChg>
        <pc:spChg chg="add mod">
          <ac:chgData name="Saori Suga（菅 里織）" userId="8e39834b-9372-4d08-8fbc-04aba1367d86" providerId="ADAL" clId="{4990F336-D35E-4435-9CE4-6BB373FF4A73}" dt="2026-04-08T04:47:10.805" v="457" actId="207"/>
          <ac:spMkLst>
            <pc:docMk/>
            <pc:sldMk cId="261712311" sldId="256"/>
            <ac:spMk id="40" creationId="{833DB819-F48A-4149-034B-17C71BF47EB9}"/>
          </ac:spMkLst>
        </pc:spChg>
        <pc:spChg chg="add mod">
          <ac:chgData name="Saori Suga（菅 里織）" userId="8e39834b-9372-4d08-8fbc-04aba1367d86" providerId="ADAL" clId="{4990F336-D35E-4435-9CE4-6BB373FF4A73}" dt="2026-04-08T04:47:10.805" v="457" actId="207"/>
          <ac:spMkLst>
            <pc:docMk/>
            <pc:sldMk cId="261712311" sldId="256"/>
            <ac:spMk id="41" creationId="{DA1F76CC-0458-0455-63D9-6961D8111806}"/>
          </ac:spMkLst>
        </pc:spChg>
        <pc:spChg chg="add mod">
          <ac:chgData name="Saori Suga（菅 里織）" userId="8e39834b-9372-4d08-8fbc-04aba1367d86" providerId="ADAL" clId="{4990F336-D35E-4435-9CE4-6BB373FF4A73}" dt="2026-04-08T04:48:00.064" v="595" actId="14100"/>
          <ac:spMkLst>
            <pc:docMk/>
            <pc:sldMk cId="261712311" sldId="256"/>
            <ac:spMk id="42" creationId="{59260605-325C-EA2E-A557-574C8AE973EA}"/>
          </ac:spMkLst>
        </pc:spChg>
        <pc:cxnChg chg="add">
          <ac:chgData name="Saori Suga（菅 里織）" userId="8e39834b-9372-4d08-8fbc-04aba1367d86" providerId="ADAL" clId="{4990F336-D35E-4435-9CE4-6BB373FF4A73}" dt="2026-04-08T04:31:47.216" v="172" actId="11529"/>
          <ac:cxnSpMkLst>
            <pc:docMk/>
            <pc:sldMk cId="261712311" sldId="256"/>
            <ac:cxnSpMk id="32" creationId="{5DE17E2E-2FD7-EC68-E97E-16DD1FE0B326}"/>
          </ac:cxnSpMkLst>
        </pc:cxnChg>
        <pc:cxnChg chg="add mod">
          <ac:chgData name="Saori Suga（菅 里織）" userId="8e39834b-9372-4d08-8fbc-04aba1367d86" providerId="ADAL" clId="{4990F336-D35E-4435-9CE4-6BB373FF4A73}" dt="2026-04-08T04:31:56.090" v="176" actId="14100"/>
          <ac:cxnSpMkLst>
            <pc:docMk/>
            <pc:sldMk cId="261712311" sldId="256"/>
            <ac:cxnSpMk id="33" creationId="{30B81694-6CF0-2B74-CA67-94CB23E42B48}"/>
          </ac:cxnSpMkLst>
        </pc:cxnChg>
        <pc:cxnChg chg="add mod">
          <ac:chgData name="Saori Suga（菅 里織）" userId="8e39834b-9372-4d08-8fbc-04aba1367d86" providerId="ADAL" clId="{4990F336-D35E-4435-9CE4-6BB373FF4A73}" dt="2026-04-08T04:32:03.381" v="180" actId="14100"/>
          <ac:cxnSpMkLst>
            <pc:docMk/>
            <pc:sldMk cId="261712311" sldId="256"/>
            <ac:cxnSpMk id="36" creationId="{55826419-270C-A763-8E11-EFE249702B14}"/>
          </ac:cxnSpMkLst>
        </pc:cxnChg>
      </pc:sldChg>
      <pc:sldChg chg="addSp delSp modSp add mod">
        <pc:chgData name="Saori Suga（菅 里織）" userId="8e39834b-9372-4d08-8fbc-04aba1367d86" providerId="ADAL" clId="{4990F336-D35E-4435-9CE4-6BB373FF4A73}" dt="2026-04-08T05:09:21.646" v="1200" actId="20577"/>
        <pc:sldMkLst>
          <pc:docMk/>
          <pc:sldMk cId="717814480" sldId="257"/>
        </pc:sldMkLst>
        <pc:spChg chg="del">
          <ac:chgData name="Saori Suga（菅 里織）" userId="8e39834b-9372-4d08-8fbc-04aba1367d86" providerId="ADAL" clId="{4990F336-D35E-4435-9CE4-6BB373FF4A73}" dt="2026-04-08T04:40:21.667" v="274" actId="478"/>
          <ac:spMkLst>
            <pc:docMk/>
            <pc:sldMk cId="717814480" sldId="257"/>
            <ac:spMk id="2" creationId="{8C352418-12AF-8831-8C29-145C5726FCFC}"/>
          </ac:spMkLst>
        </pc:spChg>
        <pc:spChg chg="mod">
          <ac:chgData name="Saori Suga（菅 里織）" userId="8e39834b-9372-4d08-8fbc-04aba1367d86" providerId="ADAL" clId="{4990F336-D35E-4435-9CE4-6BB373FF4A73}" dt="2026-04-08T04:40:29.084" v="288" actId="20577"/>
          <ac:spMkLst>
            <pc:docMk/>
            <pc:sldMk cId="717814480" sldId="257"/>
            <ac:spMk id="4" creationId="{03B8789B-9BB3-D55B-34C6-7DE3C55C6C4A}"/>
          </ac:spMkLst>
        </pc:spChg>
        <pc:spChg chg="del">
          <ac:chgData name="Saori Suga（菅 里織）" userId="8e39834b-9372-4d08-8fbc-04aba1367d86" providerId="ADAL" clId="{4990F336-D35E-4435-9CE4-6BB373FF4A73}" dt="2026-04-08T04:40:21.667" v="274" actId="478"/>
          <ac:spMkLst>
            <pc:docMk/>
            <pc:sldMk cId="717814480" sldId="257"/>
            <ac:spMk id="5" creationId="{62C3C111-777F-814D-8DBF-5AC5ED9E895C}"/>
          </ac:spMkLst>
        </pc:spChg>
        <pc:spChg chg="del">
          <ac:chgData name="Saori Suga（菅 里織）" userId="8e39834b-9372-4d08-8fbc-04aba1367d86" providerId="ADAL" clId="{4990F336-D35E-4435-9CE4-6BB373FF4A73}" dt="2026-04-08T04:40:21.667" v="274" actId="478"/>
          <ac:spMkLst>
            <pc:docMk/>
            <pc:sldMk cId="717814480" sldId="257"/>
            <ac:spMk id="9" creationId="{750C1919-E536-4D4E-51D5-6CC4A5EC3B74}"/>
          </ac:spMkLst>
        </pc:spChg>
        <pc:spChg chg="del">
          <ac:chgData name="Saori Suga（菅 里織）" userId="8e39834b-9372-4d08-8fbc-04aba1367d86" providerId="ADAL" clId="{4990F336-D35E-4435-9CE4-6BB373FF4A73}" dt="2026-04-08T04:40:21.667" v="274" actId="478"/>
          <ac:spMkLst>
            <pc:docMk/>
            <pc:sldMk cId="717814480" sldId="257"/>
            <ac:spMk id="10" creationId="{63ABBC2B-CDA2-310E-369F-90B45820A76C}"/>
          </ac:spMkLst>
        </pc:spChg>
        <pc:spChg chg="del">
          <ac:chgData name="Saori Suga（菅 里織）" userId="8e39834b-9372-4d08-8fbc-04aba1367d86" providerId="ADAL" clId="{4990F336-D35E-4435-9CE4-6BB373FF4A73}" dt="2026-04-08T04:40:21.667" v="274" actId="478"/>
          <ac:spMkLst>
            <pc:docMk/>
            <pc:sldMk cId="717814480" sldId="257"/>
            <ac:spMk id="12" creationId="{CDAD40B2-8969-64A1-5933-02DA220840A0}"/>
          </ac:spMkLst>
        </pc:spChg>
        <pc:spChg chg="del">
          <ac:chgData name="Saori Suga（菅 里織）" userId="8e39834b-9372-4d08-8fbc-04aba1367d86" providerId="ADAL" clId="{4990F336-D35E-4435-9CE4-6BB373FF4A73}" dt="2026-04-08T04:40:21.667" v="274" actId="478"/>
          <ac:spMkLst>
            <pc:docMk/>
            <pc:sldMk cId="717814480" sldId="257"/>
            <ac:spMk id="14" creationId="{B04444AF-B607-B6C3-2449-39691E39EBF8}"/>
          </ac:spMkLst>
        </pc:spChg>
        <pc:spChg chg="del">
          <ac:chgData name="Saori Suga（菅 里織）" userId="8e39834b-9372-4d08-8fbc-04aba1367d86" providerId="ADAL" clId="{4990F336-D35E-4435-9CE4-6BB373FF4A73}" dt="2026-04-08T04:40:21.667" v="274" actId="478"/>
          <ac:spMkLst>
            <pc:docMk/>
            <pc:sldMk cId="717814480" sldId="257"/>
            <ac:spMk id="15" creationId="{8ED4E331-ABC6-F38D-D7E9-EF4246E13754}"/>
          </ac:spMkLst>
        </pc:spChg>
        <pc:spChg chg="del">
          <ac:chgData name="Saori Suga（菅 里織）" userId="8e39834b-9372-4d08-8fbc-04aba1367d86" providerId="ADAL" clId="{4990F336-D35E-4435-9CE4-6BB373FF4A73}" dt="2026-04-08T04:40:21.667" v="274" actId="478"/>
          <ac:spMkLst>
            <pc:docMk/>
            <pc:sldMk cId="717814480" sldId="257"/>
            <ac:spMk id="18" creationId="{E8CB2F39-3F10-0C04-F77F-C2470230C0DD}"/>
          </ac:spMkLst>
        </pc:spChg>
        <pc:spChg chg="del">
          <ac:chgData name="Saori Suga（菅 里織）" userId="8e39834b-9372-4d08-8fbc-04aba1367d86" providerId="ADAL" clId="{4990F336-D35E-4435-9CE4-6BB373FF4A73}" dt="2026-04-08T04:40:21.667" v="274" actId="478"/>
          <ac:spMkLst>
            <pc:docMk/>
            <pc:sldMk cId="717814480" sldId="257"/>
            <ac:spMk id="28" creationId="{4C1EAE12-8E53-CB7A-297A-8FDE5404285A}"/>
          </ac:spMkLst>
        </pc:spChg>
        <pc:spChg chg="add mod">
          <ac:chgData name="Saori Suga（菅 里織）" userId="8e39834b-9372-4d08-8fbc-04aba1367d86" providerId="ADAL" clId="{4990F336-D35E-4435-9CE4-6BB373FF4A73}" dt="2026-04-08T05:03:06.774" v="851" actId="1076"/>
          <ac:spMkLst>
            <pc:docMk/>
            <pc:sldMk cId="717814480" sldId="257"/>
            <ac:spMk id="30" creationId="{B6D2BE1E-F1C6-9E42-020A-4EB8560D0A1F}"/>
          </ac:spMkLst>
        </pc:spChg>
        <pc:spChg chg="add mod">
          <ac:chgData name="Saori Suga（菅 里織）" userId="8e39834b-9372-4d08-8fbc-04aba1367d86" providerId="ADAL" clId="{4990F336-D35E-4435-9CE4-6BB373FF4A73}" dt="2026-04-08T05:03:09.482" v="852" actId="1076"/>
          <ac:spMkLst>
            <pc:docMk/>
            <pc:sldMk cId="717814480" sldId="257"/>
            <ac:spMk id="37" creationId="{9CAAC4F3-60BA-BFCA-E1EE-AC7D6AF1AB4B}"/>
          </ac:spMkLst>
        </pc:spChg>
        <pc:spChg chg="add mod">
          <ac:chgData name="Saori Suga（菅 里織）" userId="8e39834b-9372-4d08-8fbc-04aba1367d86" providerId="ADAL" clId="{4990F336-D35E-4435-9CE4-6BB373FF4A73}" dt="2026-04-08T05:06:24.328" v="1017" actId="14100"/>
          <ac:spMkLst>
            <pc:docMk/>
            <pc:sldMk cId="717814480" sldId="257"/>
            <ac:spMk id="38" creationId="{10AF2357-7C40-BD37-353B-FEB27EF430D6}"/>
          </ac:spMkLst>
        </pc:spChg>
        <pc:spChg chg="add mod">
          <ac:chgData name="Saori Suga（菅 里織）" userId="8e39834b-9372-4d08-8fbc-04aba1367d86" providerId="ADAL" clId="{4990F336-D35E-4435-9CE4-6BB373FF4A73}" dt="2026-04-08T05:09:09.071" v="1165" actId="20577"/>
          <ac:spMkLst>
            <pc:docMk/>
            <pc:sldMk cId="717814480" sldId="257"/>
            <ac:spMk id="42" creationId="{6929BCFB-BB29-866F-5F38-7518E8CC8332}"/>
          </ac:spMkLst>
        </pc:spChg>
        <pc:spChg chg="add mod">
          <ac:chgData name="Saori Suga（菅 里織）" userId="8e39834b-9372-4d08-8fbc-04aba1367d86" providerId="ADAL" clId="{4990F336-D35E-4435-9CE4-6BB373FF4A73}" dt="2026-04-08T05:09:21.646" v="1200" actId="20577"/>
          <ac:spMkLst>
            <pc:docMk/>
            <pc:sldMk cId="717814480" sldId="257"/>
            <ac:spMk id="45" creationId="{905AD9CF-62FF-6518-0D7E-9FB289A3D4C9}"/>
          </ac:spMkLst>
        </pc:spChg>
        <pc:spChg chg="del">
          <ac:chgData name="Saori Suga（菅 里織）" userId="8e39834b-9372-4d08-8fbc-04aba1367d86" providerId="ADAL" clId="{4990F336-D35E-4435-9CE4-6BB373FF4A73}" dt="2026-04-08T04:40:21.667" v="274" actId="478"/>
          <ac:spMkLst>
            <pc:docMk/>
            <pc:sldMk cId="717814480" sldId="257"/>
            <ac:spMk id="1039" creationId="{4ECCB42C-8B96-D956-B183-DDA02D397F2A}"/>
          </ac:spMkLst>
        </pc:spChg>
        <pc:picChg chg="add del mod">
          <ac:chgData name="Saori Suga（菅 里織）" userId="8e39834b-9372-4d08-8fbc-04aba1367d86" providerId="ADAL" clId="{4990F336-D35E-4435-9CE4-6BB373FF4A73}" dt="2026-04-08T05:01:23.726" v="810" actId="478"/>
          <ac:picMkLst>
            <pc:docMk/>
            <pc:sldMk cId="717814480" sldId="257"/>
            <ac:picMk id="35" creationId="{A659CF96-52AB-5201-2C68-71F171DCD9E7}"/>
          </ac:picMkLst>
        </pc:picChg>
        <pc:picChg chg="add mod">
          <ac:chgData name="Saori Suga（菅 里織）" userId="8e39834b-9372-4d08-8fbc-04aba1367d86" providerId="ADAL" clId="{4990F336-D35E-4435-9CE4-6BB373FF4A73}" dt="2026-04-08T05:07:45.041" v="1087" actId="1076"/>
          <ac:picMkLst>
            <pc:docMk/>
            <pc:sldMk cId="717814480" sldId="257"/>
            <ac:picMk id="44" creationId="{E3222020-C13B-3443-894C-F90D72478F0C}"/>
          </ac:picMkLst>
        </pc:picChg>
        <pc:picChg chg="del">
          <ac:chgData name="Saori Suga（菅 里織）" userId="8e39834b-9372-4d08-8fbc-04aba1367d86" providerId="ADAL" clId="{4990F336-D35E-4435-9CE4-6BB373FF4A73}" dt="2026-04-08T04:40:23.815" v="275" actId="478"/>
          <ac:picMkLst>
            <pc:docMk/>
            <pc:sldMk cId="717814480" sldId="257"/>
            <ac:picMk id="1026" creationId="{EB4303AC-5583-BD16-ABEE-32BE3EEBA0F0}"/>
          </ac:picMkLst>
        </pc:picChg>
      </pc:sldChg>
      <pc:sldChg chg="addSp modSp add mod">
        <pc:chgData name="Saori Suga（菅 里織）" userId="8e39834b-9372-4d08-8fbc-04aba1367d86" providerId="ADAL" clId="{4990F336-D35E-4435-9CE4-6BB373FF4A73}" dt="2026-04-08T05:17:52.668" v="1384" actId="20577"/>
        <pc:sldMkLst>
          <pc:docMk/>
          <pc:sldMk cId="2016623178" sldId="258"/>
        </pc:sldMkLst>
        <pc:spChg chg="add mod">
          <ac:chgData name="Saori Suga（菅 里織）" userId="8e39834b-9372-4d08-8fbc-04aba1367d86" providerId="ADAL" clId="{4990F336-D35E-4435-9CE4-6BB373FF4A73}" dt="2026-04-08T05:17:52.668" v="1384" actId="20577"/>
          <ac:spMkLst>
            <pc:docMk/>
            <pc:sldMk cId="2016623178" sldId="258"/>
            <ac:spMk id="2" creationId="{D4AF369E-23D0-29D2-3FA6-A7D5A11E0BC4}"/>
          </ac:spMkLst>
        </pc:spChg>
        <pc:spChg chg="mod">
          <ac:chgData name="Saori Suga（菅 里織）" userId="8e39834b-9372-4d08-8fbc-04aba1367d86" providerId="ADAL" clId="{4990F336-D35E-4435-9CE4-6BB373FF4A73}" dt="2026-04-08T05:01:20.242" v="809" actId="20577"/>
          <ac:spMkLst>
            <pc:docMk/>
            <pc:sldMk cId="2016623178" sldId="258"/>
            <ac:spMk id="30" creationId="{EF453B1B-779A-6E19-87A7-B7B380BE26B3}"/>
          </ac:spMkLst>
        </pc:spChg>
        <pc:picChg chg="mod">
          <ac:chgData name="Saori Suga（菅 里織）" userId="8e39834b-9372-4d08-8fbc-04aba1367d86" providerId="ADAL" clId="{4990F336-D35E-4435-9CE4-6BB373FF4A73}" dt="2026-04-08T05:09:30.013" v="1201" actId="1076"/>
          <ac:picMkLst>
            <pc:docMk/>
            <pc:sldMk cId="2016623178" sldId="258"/>
            <ac:picMk id="35" creationId="{35553381-C195-FF53-81CA-3F2DEE603D27}"/>
          </ac:picMkLst>
        </pc:picChg>
      </pc:sldChg>
      <pc:sldChg chg="delSp modSp add mod">
        <pc:chgData name="Saori Suga（菅 里織）" userId="8e39834b-9372-4d08-8fbc-04aba1367d86" providerId="ADAL" clId="{4990F336-D35E-4435-9CE4-6BB373FF4A73}" dt="2026-04-08T05:23:50.652" v="1715" actId="20577"/>
        <pc:sldMkLst>
          <pc:docMk/>
          <pc:sldMk cId="503082628" sldId="259"/>
        </pc:sldMkLst>
        <pc:spChg chg="mod">
          <ac:chgData name="Saori Suga（菅 里織）" userId="8e39834b-9372-4d08-8fbc-04aba1367d86" providerId="ADAL" clId="{4990F336-D35E-4435-9CE4-6BB373FF4A73}" dt="2026-04-08T05:23:50.652" v="1715" actId="20577"/>
          <ac:spMkLst>
            <pc:docMk/>
            <pc:sldMk cId="503082628" sldId="259"/>
            <ac:spMk id="2" creationId="{6D71893B-97CE-452D-3475-6F3BC164A79E}"/>
          </ac:spMkLst>
        </pc:spChg>
        <pc:spChg chg="mod">
          <ac:chgData name="Saori Suga（菅 里織）" userId="8e39834b-9372-4d08-8fbc-04aba1367d86" providerId="ADAL" clId="{4990F336-D35E-4435-9CE4-6BB373FF4A73}" dt="2026-04-08T05:17:25.712" v="1316" actId="20577"/>
          <ac:spMkLst>
            <pc:docMk/>
            <pc:sldMk cId="503082628" sldId="259"/>
            <ac:spMk id="30" creationId="{815712DF-16A6-330F-0E69-E749B7A86601}"/>
          </ac:spMkLst>
        </pc:spChg>
        <pc:picChg chg="del">
          <ac:chgData name="Saori Suga（菅 里織）" userId="8e39834b-9372-4d08-8fbc-04aba1367d86" providerId="ADAL" clId="{4990F336-D35E-4435-9CE4-6BB373FF4A73}" dt="2026-04-08T05:17:27.828" v="1317" actId="478"/>
          <ac:picMkLst>
            <pc:docMk/>
            <pc:sldMk cId="503082628" sldId="259"/>
            <ac:picMk id="35" creationId="{88976575-61F6-6A0A-C71C-4598D9F91803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D9ACDE5-232F-EDBD-6776-2BCDB1C165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CD7776A9-BA93-D5A9-28A1-EC105095EB0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BDE6B67-626F-A696-C585-26D2AF81BF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085599-04D7-4AC8-BE30-081BEEE781D8}" type="datetimeFigureOut">
              <a:rPr kumimoji="1" lang="ja-JP" altLang="en-US" smtClean="0"/>
              <a:t>2026/5/8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F754A9D-8C83-C1DB-C31D-2C121D0EE9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9AB3125-B781-84B2-7D11-F0806E71CC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F882B-6487-4EB2-9537-5B06C8177FB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372626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BFB59E1-451A-DE56-1B45-3F6B9A9851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357040E-17CD-8E75-EB1D-92AB96ED0E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13ACD42-1526-ECAF-2F5C-B3F1F09CC2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085599-04D7-4AC8-BE30-081BEEE781D8}" type="datetimeFigureOut">
              <a:rPr kumimoji="1" lang="ja-JP" altLang="en-US" smtClean="0"/>
              <a:t>2026/5/8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E9773A9-8FFC-A056-3705-40B225CA0F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F7B89C6-8753-D104-2B37-F61C0BB563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F882B-6487-4EB2-9537-5B06C8177FB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864459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51D2079-424D-C37D-0C72-ACEBE588D8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7FD8A07-76D8-405A-A683-9C75BCF32C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A94898D-B258-CE74-CDE1-C7E9D0E76B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085599-04D7-4AC8-BE30-081BEEE781D8}" type="datetimeFigureOut">
              <a:rPr kumimoji="1" lang="ja-JP" altLang="en-US" smtClean="0"/>
              <a:t>2026/5/8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CF38E56-10A6-56ED-3803-DEA77B81B3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68811E7-2E55-434B-9BF8-971066C7F5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F882B-6487-4EB2-9537-5B06C8177FB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402413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7D00F57-49EC-5ABE-8DBD-5EA5D78771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CA5A8F3-F7CD-7162-BC33-266E64DB207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53CE541-43A6-7D1B-F20F-C3A417170A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0C04455-96A6-ADFF-E971-E277BB0CA3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085599-04D7-4AC8-BE30-081BEEE781D8}" type="datetimeFigureOut">
              <a:rPr kumimoji="1" lang="ja-JP" altLang="en-US" smtClean="0"/>
              <a:t>2026/5/8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D78C0513-5E8C-F614-0B88-1BBE411D0F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750C0530-53D9-1AD3-A9A1-EED8E278D4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F882B-6487-4EB2-9537-5B06C8177FB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059555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FF9DA6C-EB6C-8859-618D-9BF52FDAE7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C65F0BC-F561-D56D-C225-17D82F4CD52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236F330A-BB6D-05B0-1EA2-A7E3F5E6B52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1BF138A0-9D41-3095-0012-34F271DF30E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5B4C1A9-456F-45C0-3B27-AA108104D55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D0ECFB18-3CAB-4662-5A7A-345673225E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085599-04D7-4AC8-BE30-081BEEE781D8}" type="datetimeFigureOut">
              <a:rPr kumimoji="1" lang="ja-JP" altLang="en-US" smtClean="0"/>
              <a:t>2026/5/8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EF56ACFA-3673-1C0E-A20A-7FA2CB9D1F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559083B2-3408-7E86-3E8C-FB88F7FD2F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F882B-6487-4EB2-9537-5B06C8177FB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867717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39072BC-EBDC-679B-D833-5A1681BD44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2A4017AF-883D-45AC-B991-7855BE4950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085599-04D7-4AC8-BE30-081BEEE781D8}" type="datetimeFigureOut">
              <a:rPr kumimoji="1" lang="ja-JP" altLang="en-US" smtClean="0"/>
              <a:t>2026/5/8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6453BB89-8A1F-2A23-8DCD-CD3CFDBDE9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064DB773-48C0-FAEF-7FE4-43AFF32E97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F882B-6487-4EB2-9537-5B06C8177FB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040184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5A1F6CD5-D41C-6E68-E335-3D50CA7F49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085599-04D7-4AC8-BE30-081BEEE781D8}" type="datetimeFigureOut">
              <a:rPr kumimoji="1" lang="ja-JP" altLang="en-US" smtClean="0"/>
              <a:t>2026/5/8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E764273A-38E9-9598-1F06-B69A7DCB9F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E8D2594E-3D5E-DA6D-019E-99D207E583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F882B-6487-4EB2-9537-5B06C8177FB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930521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35264A1-81CB-472A-2200-99EEF84EEA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5601E08-A7C5-3F3B-C5D4-6449B74E02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9CA260CF-E8AA-7E1E-D16B-9D06ACC738B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1A7FD854-F52D-6D43-44F4-734CF199D3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085599-04D7-4AC8-BE30-081BEEE781D8}" type="datetimeFigureOut">
              <a:rPr kumimoji="1" lang="ja-JP" altLang="en-US" smtClean="0"/>
              <a:t>2026/5/8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33AD7816-CF43-D253-B969-DC8798F2FA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9C3D6515-BD13-BC1E-5E01-CF259F81F8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F882B-6487-4EB2-9537-5B06C8177FB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878426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E7DD2FB-335C-9EE4-FE03-AA79A365C1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5DBF7F92-E7BA-4B1F-3C17-777C701931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C31F7302-AD65-59C0-5DD4-10B3D3E5694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18D28F4B-DEB3-BBC4-08A5-12BE0103B3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085599-04D7-4AC8-BE30-081BEEE781D8}" type="datetimeFigureOut">
              <a:rPr kumimoji="1" lang="ja-JP" altLang="en-US" smtClean="0"/>
              <a:t>2026/5/8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66E34A5E-5418-E0F7-5F9A-7695C7701E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C628DC87-BE11-ED20-AF71-237E21C7BA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F882B-6487-4EB2-9537-5B06C8177FB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007567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9255F2A-6E6A-5512-305B-8E1E7675E4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826976DB-E028-556A-D7CC-9B1ED5D0038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520A4E5-896E-E31B-FFE5-FFE86FE2F5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085599-04D7-4AC8-BE30-081BEEE781D8}" type="datetimeFigureOut">
              <a:rPr kumimoji="1" lang="ja-JP" altLang="en-US" smtClean="0"/>
              <a:t>2026/5/8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E15A1AC-46DB-00A4-A892-FE48EEFA89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614A2DE-A3DF-D70B-9617-E10B951ACB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F882B-6487-4EB2-9537-5B06C8177FB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218322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193FB666-BD0D-7D10-8686-17E03F4CFF6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84E1554-1B0E-8AF3-D7BE-E9A57D6584D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A4C71D7-95C5-53D7-D3BA-046E2251C3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085599-04D7-4AC8-BE30-081BEEE781D8}" type="datetimeFigureOut">
              <a:rPr kumimoji="1" lang="ja-JP" altLang="en-US" smtClean="0"/>
              <a:t>2026/5/8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72B0BA5-9B2C-9077-D288-0CEB8B37D3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EE05BA9-0D56-3AD0-EF0D-B7C3379764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F882B-6487-4EB2-9537-5B06C8177FB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360594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85E58982-069E-5075-EB90-CF8FBF5354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4BEAF0A0-5C6F-9DD2-2E0F-E2BA1A062E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4CFD024-F537-C993-FADB-F496E55519D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085599-04D7-4AC8-BE30-081BEEE781D8}" type="datetimeFigureOut">
              <a:rPr kumimoji="1" lang="ja-JP" altLang="en-US" smtClean="0"/>
              <a:t>2026/5/8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AEA2721-4C71-2DA1-CC34-C8DA705A4B4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B1720F4-39C0-5C49-4F25-20150E99DBF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F882B-6487-4EB2-9537-5B06C8177FB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4818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DEC65975-D641-C008-2F79-2E98BC3E6D41}"/>
              </a:ext>
            </a:extLst>
          </p:cNvPr>
          <p:cNvSpPr txBox="1"/>
          <p:nvPr/>
        </p:nvSpPr>
        <p:spPr>
          <a:xfrm>
            <a:off x="120073" y="101601"/>
            <a:ext cx="30348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ログイン方法（疑似ログイン）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A61EDAC6-EBED-DA59-8BF5-493261EB2FCE}"/>
              </a:ext>
            </a:extLst>
          </p:cNvPr>
          <p:cNvSpPr/>
          <p:nvPr/>
        </p:nvSpPr>
        <p:spPr>
          <a:xfrm>
            <a:off x="225083" y="675249"/>
            <a:ext cx="3995225" cy="5978769"/>
          </a:xfrm>
          <a:prstGeom prst="rect">
            <a:avLst/>
          </a:prstGeom>
          <a:noFill/>
          <a:ln w="38100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A2079F8A-6756-CB1B-4266-D9793DEFF8A3}"/>
              </a:ext>
            </a:extLst>
          </p:cNvPr>
          <p:cNvSpPr txBox="1"/>
          <p:nvPr/>
        </p:nvSpPr>
        <p:spPr>
          <a:xfrm>
            <a:off x="370947" y="803867"/>
            <a:ext cx="16353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新ヒロセ</a:t>
            </a:r>
            <a:r>
              <a:rPr kumimoji="1" lang="en-US" altLang="ja-JP" b="1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WEB</a:t>
            </a:r>
            <a:endParaRPr kumimoji="1" lang="ja-JP" altLang="en-US" b="1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FA3212CE-4D22-91F6-EA41-5CC419C85D0F}"/>
              </a:ext>
            </a:extLst>
          </p:cNvPr>
          <p:cNvSpPr txBox="1"/>
          <p:nvPr/>
        </p:nvSpPr>
        <p:spPr>
          <a:xfrm>
            <a:off x="738843" y="1337781"/>
            <a:ext cx="2935419" cy="369332"/>
          </a:xfrm>
          <a:prstGeom prst="rect">
            <a:avLst/>
          </a:prstGeom>
          <a:solidFill>
            <a:schemeClr val="accent1"/>
          </a:solidFill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環境証明書</a:t>
            </a:r>
            <a:r>
              <a:rPr kumimoji="1" lang="en-US" altLang="ja-JP" b="1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web</a:t>
            </a:r>
            <a:r>
              <a:rPr kumimoji="1" lang="ja-JP" altLang="en-US" b="1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へログイン</a:t>
            </a:r>
          </a:p>
        </p:txBody>
      </p:sp>
      <p:graphicFrame>
        <p:nvGraphicFramePr>
          <p:cNvPr id="8" name="表 7">
            <a:extLst>
              <a:ext uri="{FF2B5EF4-FFF2-40B4-BE49-F238E27FC236}">
                <a16:creationId xmlns:a16="http://schemas.microsoft.com/office/drawing/2014/main" id="{885693EE-8AB2-1561-FD41-F892D1FF760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9601804"/>
              </p:ext>
            </p:extLst>
          </p:nvPr>
        </p:nvGraphicFramePr>
        <p:xfrm>
          <a:off x="248185" y="2124697"/>
          <a:ext cx="3914014" cy="426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40377">
                  <a:extLst>
                    <a:ext uri="{9D8B030D-6E8A-4147-A177-3AD203B41FA5}">
                      <a16:colId xmlns:a16="http://schemas.microsoft.com/office/drawing/2014/main" val="2943510745"/>
                    </a:ext>
                  </a:extLst>
                </a:gridCol>
                <a:gridCol w="702377">
                  <a:extLst>
                    <a:ext uri="{9D8B030D-6E8A-4147-A177-3AD203B41FA5}">
                      <a16:colId xmlns:a16="http://schemas.microsoft.com/office/drawing/2014/main" val="807734435"/>
                    </a:ext>
                  </a:extLst>
                </a:gridCol>
                <a:gridCol w="1671260">
                  <a:extLst>
                    <a:ext uri="{9D8B030D-6E8A-4147-A177-3AD203B41FA5}">
                      <a16:colId xmlns:a16="http://schemas.microsoft.com/office/drawing/2014/main" val="150458762"/>
                    </a:ext>
                  </a:extLst>
                </a:gridCol>
              </a:tblGrid>
              <a:tr h="184666">
                <a:tc>
                  <a:txBody>
                    <a:bodyPr/>
                    <a:lstStyle/>
                    <a:p>
                      <a:r>
                        <a:rPr kumimoji="1" lang="ja-JP" altLang="en-US" sz="8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ログインメールアドレス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8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名前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8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証明書</a:t>
                      </a:r>
                      <a:r>
                        <a:rPr kumimoji="1" lang="en-US" altLang="ja-JP" sz="8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web</a:t>
                      </a:r>
                      <a:r>
                        <a:rPr kumimoji="1" lang="ja-JP" altLang="en-US" sz="8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認証用ハッシュコード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445867"/>
                  </a:ext>
                </a:extLst>
              </a:tr>
              <a:tr h="184666">
                <a:tc>
                  <a:txBody>
                    <a:bodyPr/>
                    <a:lstStyle/>
                    <a:p>
                      <a:r>
                        <a:rPr kumimoji="1" lang="en-US" altLang="ja-JP" sz="8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kitabayashi@mail.com</a:t>
                      </a:r>
                      <a:endParaRPr kumimoji="1" lang="ja-JP" altLang="en-US" sz="8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8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北林 貴臣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800" dirty="0">
                          <a:solidFill>
                            <a:srgbClr val="FF0000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3xXadsdewqfUI633sjcww</a:t>
                      </a:r>
                      <a:endParaRPr kumimoji="1" lang="ja-JP" altLang="en-US" sz="800" dirty="0">
                        <a:solidFill>
                          <a:srgbClr val="FF0000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57487231"/>
                  </a:ext>
                </a:extLst>
              </a:tr>
            </a:tbl>
          </a:graphicData>
        </a:graphic>
      </p:graphicFrame>
      <p:sp>
        <p:nvSpPr>
          <p:cNvPr id="9" name="吹き出し: 線 8">
            <a:extLst>
              <a:ext uri="{FF2B5EF4-FFF2-40B4-BE49-F238E27FC236}">
                <a16:creationId xmlns:a16="http://schemas.microsoft.com/office/drawing/2014/main" id="{49480017-1FAE-1B49-F41C-4BEF4A078494}"/>
              </a:ext>
            </a:extLst>
          </p:cNvPr>
          <p:cNvSpPr/>
          <p:nvPr/>
        </p:nvSpPr>
        <p:spPr>
          <a:xfrm>
            <a:off x="3530783" y="1153130"/>
            <a:ext cx="1694284" cy="369302"/>
          </a:xfrm>
          <a:prstGeom prst="borderCallout1">
            <a:avLst>
              <a:gd name="adj1" fmla="val 18750"/>
              <a:gd name="adj2" fmla="val -8333"/>
              <a:gd name="adj3" fmla="val 67481"/>
              <a:gd name="adj4" fmla="val -30156"/>
            </a:avLst>
          </a:prstGeom>
          <a:ln/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ja-JP" altLang="en-US" sz="9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ボタン押下で証明書</a:t>
            </a:r>
            <a:r>
              <a:rPr lang="en-US" altLang="ja-JP" sz="9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web</a:t>
            </a:r>
            <a:r>
              <a:rPr lang="ja-JP" altLang="en-US" sz="9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認証用バッシュコードを生成</a:t>
            </a:r>
            <a:endParaRPr kumimoji="1" lang="ja-JP" altLang="en-US" sz="9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6525F2DD-B7FB-BD24-FAAE-DA58B229AA1F}"/>
              </a:ext>
            </a:extLst>
          </p:cNvPr>
          <p:cNvSpPr txBox="1"/>
          <p:nvPr/>
        </p:nvSpPr>
        <p:spPr>
          <a:xfrm>
            <a:off x="317338" y="2666657"/>
            <a:ext cx="382508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000" b="1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https://xxxxx.com/login/</a:t>
            </a:r>
            <a:r>
              <a:rPr lang="en-US" altLang="ja-JP" sz="1000" dirty="0">
                <a:solidFill>
                  <a:srgbClr val="FF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3xXadsdewqfUI633sjcww</a:t>
            </a:r>
            <a:endParaRPr kumimoji="1" lang="ja-JP" altLang="en-US" sz="1000" b="1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1" name="吹き出し: 線 10">
            <a:extLst>
              <a:ext uri="{FF2B5EF4-FFF2-40B4-BE49-F238E27FC236}">
                <a16:creationId xmlns:a16="http://schemas.microsoft.com/office/drawing/2014/main" id="{DBBF837E-9F8C-7C06-C603-7E686B91B9F8}"/>
              </a:ext>
            </a:extLst>
          </p:cNvPr>
          <p:cNvSpPr/>
          <p:nvPr/>
        </p:nvSpPr>
        <p:spPr>
          <a:xfrm>
            <a:off x="2778658" y="3013621"/>
            <a:ext cx="1694284" cy="369302"/>
          </a:xfrm>
          <a:prstGeom prst="borderCallout1">
            <a:avLst>
              <a:gd name="adj1" fmla="val 18750"/>
              <a:gd name="adj2" fmla="val -8333"/>
              <a:gd name="adj3" fmla="val -37562"/>
              <a:gd name="adj4" fmla="val -29065"/>
            </a:avLst>
          </a:prstGeom>
          <a:ln/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ja-JP" altLang="en-US" sz="9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証明書</a:t>
            </a:r>
            <a:r>
              <a:rPr lang="en-US" altLang="ja-JP" sz="9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web</a:t>
            </a:r>
            <a:r>
              <a:rPr lang="ja-JP" altLang="en-US" sz="9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認証用バッシュコードを渡す</a:t>
            </a:r>
            <a:endParaRPr kumimoji="1" lang="ja-JP" altLang="en-US" sz="9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E69723AA-C016-3DDA-B5D7-C90D4DB85CAF}"/>
              </a:ext>
            </a:extLst>
          </p:cNvPr>
          <p:cNvSpPr/>
          <p:nvPr/>
        </p:nvSpPr>
        <p:spPr>
          <a:xfrm>
            <a:off x="5405993" y="647843"/>
            <a:ext cx="6560923" cy="5978769"/>
          </a:xfrm>
          <a:prstGeom prst="rect">
            <a:avLst/>
          </a:prstGeom>
          <a:noFill/>
          <a:ln w="38100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EA9BFD34-55E2-8D80-8EA0-DBC1AE8C1973}"/>
              </a:ext>
            </a:extLst>
          </p:cNvPr>
          <p:cNvSpPr txBox="1"/>
          <p:nvPr/>
        </p:nvSpPr>
        <p:spPr>
          <a:xfrm>
            <a:off x="5547928" y="803867"/>
            <a:ext cx="21403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新環境証明書</a:t>
            </a:r>
            <a:r>
              <a:rPr kumimoji="1" lang="en-US" altLang="ja-JP" b="1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WEB</a:t>
            </a:r>
            <a:endParaRPr kumimoji="1" lang="ja-JP" altLang="en-US" b="1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4" name="フローチャート: 処理 13">
            <a:extLst>
              <a:ext uri="{FF2B5EF4-FFF2-40B4-BE49-F238E27FC236}">
                <a16:creationId xmlns:a16="http://schemas.microsoft.com/office/drawing/2014/main" id="{89F6EEF7-16DA-8AD8-4A00-77D245CADFF7}"/>
              </a:ext>
            </a:extLst>
          </p:cNvPr>
          <p:cNvSpPr/>
          <p:nvPr/>
        </p:nvSpPr>
        <p:spPr>
          <a:xfrm>
            <a:off x="5598598" y="1283042"/>
            <a:ext cx="6238707" cy="4291915"/>
          </a:xfrm>
          <a:prstGeom prst="flowChartProcess">
            <a:avLst/>
          </a:prstGeom>
          <a:solidFill>
            <a:schemeClr val="accent5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BE763F3B-7929-3312-1647-F82D7BB0016D}"/>
              </a:ext>
            </a:extLst>
          </p:cNvPr>
          <p:cNvSpPr txBox="1"/>
          <p:nvPr/>
        </p:nvSpPr>
        <p:spPr>
          <a:xfrm>
            <a:off x="5597537" y="1283043"/>
            <a:ext cx="84242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000" b="1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login</a:t>
            </a:r>
            <a:r>
              <a:rPr kumimoji="1" lang="ja-JP" altLang="en-US" sz="1000" b="1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処理</a:t>
            </a:r>
          </a:p>
        </p:txBody>
      </p:sp>
      <p:sp>
        <p:nvSpPr>
          <p:cNvPr id="16" name="矢印: 下 15">
            <a:extLst>
              <a:ext uri="{FF2B5EF4-FFF2-40B4-BE49-F238E27FC236}">
                <a16:creationId xmlns:a16="http://schemas.microsoft.com/office/drawing/2014/main" id="{BCABBA6B-64FA-CBC5-7580-4F32657A61D5}"/>
              </a:ext>
            </a:extLst>
          </p:cNvPr>
          <p:cNvSpPr/>
          <p:nvPr/>
        </p:nvSpPr>
        <p:spPr>
          <a:xfrm>
            <a:off x="1822903" y="1798870"/>
            <a:ext cx="472303" cy="255579"/>
          </a:xfrm>
          <a:prstGeom prst="downArrow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5E0A0E7E-1A72-4D69-AC56-BE3F48DC54D2}"/>
              </a:ext>
            </a:extLst>
          </p:cNvPr>
          <p:cNvSpPr txBox="1"/>
          <p:nvPr/>
        </p:nvSpPr>
        <p:spPr>
          <a:xfrm>
            <a:off x="7545379" y="1722232"/>
            <a:ext cx="235599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1000" b="1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新ヒロセ</a:t>
            </a:r>
            <a:r>
              <a:rPr lang="en-US" altLang="ja-JP" sz="1000" b="1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WEB</a:t>
            </a:r>
            <a:r>
              <a:rPr lang="ja-JP" altLang="en-US" sz="1000" b="1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の</a:t>
            </a:r>
            <a:r>
              <a:rPr lang="en-US" altLang="ja-JP" sz="1000" b="1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login</a:t>
            </a:r>
            <a:r>
              <a:rPr lang="ja-JP" altLang="en-US" sz="1000" b="1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用</a:t>
            </a:r>
            <a:r>
              <a:rPr lang="en-US" altLang="ja-JP" sz="1000" b="1" dirty="0" err="1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</a:t>
            </a:r>
            <a:r>
              <a:rPr kumimoji="1" lang="en-US" altLang="ja-JP" sz="1000" b="1" dirty="0" err="1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pi</a:t>
            </a:r>
            <a:r>
              <a:rPr kumimoji="1" lang="ja-JP" altLang="en-US" sz="1000" b="1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をコール</a:t>
            </a: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8802FC1E-155A-6D5F-CD88-E4E67404A527}"/>
              </a:ext>
            </a:extLst>
          </p:cNvPr>
          <p:cNvSpPr txBox="1"/>
          <p:nvPr/>
        </p:nvSpPr>
        <p:spPr>
          <a:xfrm>
            <a:off x="1822903" y="713087"/>
            <a:ext cx="23661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ja-JP" b="1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www.hirose</a:t>
            </a:r>
            <a:r>
              <a:rPr kumimoji="1" lang="en-US" altLang="ja-JP" sz="1800" b="1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.com</a:t>
            </a:r>
            <a:endParaRPr lang="ja-JP" altLang="en-US" dirty="0"/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F16EB273-EA69-2C36-C746-F34DC21CC32A}"/>
              </a:ext>
            </a:extLst>
          </p:cNvPr>
          <p:cNvSpPr txBox="1"/>
          <p:nvPr/>
        </p:nvSpPr>
        <p:spPr>
          <a:xfrm>
            <a:off x="7687259" y="660269"/>
            <a:ext cx="30089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ja-JP" b="1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</a:t>
            </a:r>
            <a:r>
              <a:rPr kumimoji="1" lang="en-US" altLang="ja-JP" sz="1800" b="1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hemical.hirose.com</a:t>
            </a:r>
            <a:endParaRPr lang="ja-JP" altLang="en-US" dirty="0"/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831BAD19-DE39-182A-8B99-BBFCA668139F}"/>
              </a:ext>
            </a:extLst>
          </p:cNvPr>
          <p:cNvSpPr txBox="1"/>
          <p:nvPr/>
        </p:nvSpPr>
        <p:spPr>
          <a:xfrm>
            <a:off x="6947024" y="2114549"/>
            <a:ext cx="365516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000" b="1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https://zzzzz.com/api/</a:t>
            </a:r>
            <a:r>
              <a:rPr lang="en-US" altLang="ja-JP" sz="1000" dirty="0">
                <a:solidFill>
                  <a:srgbClr val="FF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3xXadsdewqfUI633sjcww</a:t>
            </a:r>
            <a:endParaRPr kumimoji="1" lang="ja-JP" altLang="en-US" sz="1000" b="1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0977A120-04BE-D55E-C330-C88BF9E63D25}"/>
              </a:ext>
            </a:extLst>
          </p:cNvPr>
          <p:cNvSpPr txBox="1"/>
          <p:nvPr/>
        </p:nvSpPr>
        <p:spPr>
          <a:xfrm>
            <a:off x="6786164" y="3984872"/>
            <a:ext cx="391004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000" b="1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成功した場合、戻り値にメールアドレス、名前、</a:t>
            </a:r>
            <a:r>
              <a:rPr lang="ja-JP" altLang="en-US" sz="1000" b="1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（代理店名？）</a:t>
            </a:r>
            <a:r>
              <a:rPr kumimoji="1" lang="ja-JP" altLang="en-US" sz="1000" b="1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を取得</a:t>
            </a:r>
          </a:p>
        </p:txBody>
      </p:sp>
      <p:graphicFrame>
        <p:nvGraphicFramePr>
          <p:cNvPr id="24" name="表 23">
            <a:extLst>
              <a:ext uri="{FF2B5EF4-FFF2-40B4-BE49-F238E27FC236}">
                <a16:creationId xmlns:a16="http://schemas.microsoft.com/office/drawing/2014/main" id="{F6A4004E-A52D-8322-0780-074C4E81885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02957641"/>
              </p:ext>
            </p:extLst>
          </p:nvPr>
        </p:nvGraphicFramePr>
        <p:xfrm>
          <a:off x="5787935" y="4328471"/>
          <a:ext cx="5739046" cy="426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0952">
                  <a:extLst>
                    <a:ext uri="{9D8B030D-6E8A-4147-A177-3AD203B41FA5}">
                      <a16:colId xmlns:a16="http://schemas.microsoft.com/office/drawing/2014/main" val="3256178281"/>
                    </a:ext>
                  </a:extLst>
                </a:gridCol>
                <a:gridCol w="1444943">
                  <a:extLst>
                    <a:ext uri="{9D8B030D-6E8A-4147-A177-3AD203B41FA5}">
                      <a16:colId xmlns:a16="http://schemas.microsoft.com/office/drawing/2014/main" val="2943510745"/>
                    </a:ext>
                  </a:extLst>
                </a:gridCol>
                <a:gridCol w="628003">
                  <a:extLst>
                    <a:ext uri="{9D8B030D-6E8A-4147-A177-3AD203B41FA5}">
                      <a16:colId xmlns:a16="http://schemas.microsoft.com/office/drawing/2014/main" val="807734435"/>
                    </a:ext>
                  </a:extLst>
                </a:gridCol>
                <a:gridCol w="1816906">
                  <a:extLst>
                    <a:ext uri="{9D8B030D-6E8A-4147-A177-3AD203B41FA5}">
                      <a16:colId xmlns:a16="http://schemas.microsoft.com/office/drawing/2014/main" val="150458762"/>
                    </a:ext>
                  </a:extLst>
                </a:gridCol>
                <a:gridCol w="1478242">
                  <a:extLst>
                    <a:ext uri="{9D8B030D-6E8A-4147-A177-3AD203B41FA5}">
                      <a16:colId xmlns:a16="http://schemas.microsoft.com/office/drawing/2014/main" val="261346134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8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ID</a:t>
                      </a:r>
                      <a:endParaRPr kumimoji="1" lang="ja-JP" altLang="en-US" sz="8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8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email</a:t>
                      </a:r>
                      <a:endParaRPr kumimoji="1" lang="ja-JP" altLang="en-US" sz="8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8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name</a:t>
                      </a:r>
                      <a:endParaRPr kumimoji="1" lang="ja-JP" altLang="en-US" sz="8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8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証明書</a:t>
                      </a:r>
                      <a:r>
                        <a:rPr kumimoji="1" lang="en-US" altLang="ja-JP" sz="8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web</a:t>
                      </a:r>
                      <a:r>
                        <a:rPr kumimoji="1" lang="ja-JP" altLang="en-US" sz="8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認証用ハッシュコード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8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登録日時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445867"/>
                  </a:ext>
                </a:extLst>
              </a:tr>
              <a:tr h="184666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8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1</a:t>
                      </a:r>
                      <a:endParaRPr kumimoji="1" lang="ja-JP" altLang="en-US" sz="8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8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kitabayashi@mail.com</a:t>
                      </a:r>
                      <a:endParaRPr kumimoji="1" lang="ja-JP" altLang="en-US" sz="8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8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北林 貴臣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800" dirty="0">
                          <a:solidFill>
                            <a:srgbClr val="FF0000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3xXadsdewqfUI633sjcww</a:t>
                      </a:r>
                      <a:endParaRPr kumimoji="1" lang="ja-JP" altLang="en-US" sz="800" dirty="0">
                        <a:solidFill>
                          <a:srgbClr val="FF0000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8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2026-04-03 16:38:12</a:t>
                      </a:r>
                      <a:endParaRPr kumimoji="1" lang="ja-JP" altLang="en-US" sz="8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57487231"/>
                  </a:ext>
                </a:extLst>
              </a:tr>
            </a:tbl>
          </a:graphicData>
        </a:graphic>
      </p:graphicFrame>
      <p:sp>
        <p:nvSpPr>
          <p:cNvPr id="25" name="吹き出し: 線 24">
            <a:extLst>
              <a:ext uri="{FF2B5EF4-FFF2-40B4-BE49-F238E27FC236}">
                <a16:creationId xmlns:a16="http://schemas.microsoft.com/office/drawing/2014/main" id="{6B021F58-2E9C-A22E-66A4-A459B7E197B1}"/>
              </a:ext>
            </a:extLst>
          </p:cNvPr>
          <p:cNvSpPr/>
          <p:nvPr/>
        </p:nvSpPr>
        <p:spPr>
          <a:xfrm>
            <a:off x="6871445" y="4971258"/>
            <a:ext cx="2220076" cy="369302"/>
          </a:xfrm>
          <a:prstGeom prst="borderCallout1">
            <a:avLst>
              <a:gd name="adj1" fmla="val 18750"/>
              <a:gd name="adj2" fmla="val -8333"/>
              <a:gd name="adj3" fmla="val -37562"/>
              <a:gd name="adj4" fmla="val -29065"/>
            </a:avLst>
          </a:prstGeom>
          <a:ln/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ja-JP" altLang="en-US" sz="9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ユーザー</a:t>
            </a:r>
            <a:r>
              <a:rPr kumimoji="1" lang="ja-JP" altLang="en-US" sz="9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マスタ（ログイン）にユーザーを作成して、ログイン状態にする</a:t>
            </a:r>
          </a:p>
        </p:txBody>
      </p:sp>
      <p:sp>
        <p:nvSpPr>
          <p:cNvPr id="26" name="フローチャート: 処理 25">
            <a:extLst>
              <a:ext uri="{FF2B5EF4-FFF2-40B4-BE49-F238E27FC236}">
                <a16:creationId xmlns:a16="http://schemas.microsoft.com/office/drawing/2014/main" id="{B4D22467-1BC1-8BBE-D9BC-BDDFCC7EDB45}"/>
              </a:ext>
            </a:extLst>
          </p:cNvPr>
          <p:cNvSpPr/>
          <p:nvPr/>
        </p:nvSpPr>
        <p:spPr>
          <a:xfrm>
            <a:off x="354694" y="3656065"/>
            <a:ext cx="3760765" cy="1414699"/>
          </a:xfrm>
          <a:prstGeom prst="flowChartProcess">
            <a:avLst/>
          </a:prstGeom>
          <a:solidFill>
            <a:schemeClr val="accent5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AA92A3D6-3B6D-BE3F-ED2D-8537E063BC09}"/>
              </a:ext>
            </a:extLst>
          </p:cNvPr>
          <p:cNvSpPr txBox="1"/>
          <p:nvPr/>
        </p:nvSpPr>
        <p:spPr>
          <a:xfrm>
            <a:off x="411355" y="3745910"/>
            <a:ext cx="84242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000" b="1" dirty="0" err="1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api</a:t>
            </a:r>
            <a:r>
              <a:rPr kumimoji="1" lang="ja-JP" altLang="en-US" sz="1000" b="1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処理</a:t>
            </a:r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788150D6-0967-C7FF-2EA2-EF40DF58A3C1}"/>
              </a:ext>
            </a:extLst>
          </p:cNvPr>
          <p:cNvSpPr txBox="1"/>
          <p:nvPr/>
        </p:nvSpPr>
        <p:spPr>
          <a:xfrm>
            <a:off x="693978" y="4217980"/>
            <a:ext cx="3094117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000" b="1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メールアドレス、名前、</a:t>
            </a:r>
            <a:r>
              <a:rPr lang="ja-JP" altLang="en-US" sz="1000" b="1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（代理店名？）</a:t>
            </a:r>
            <a:r>
              <a:rPr kumimoji="1" lang="ja-JP" altLang="en-US" sz="1000" b="1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を</a:t>
            </a:r>
            <a:r>
              <a:rPr kumimoji="1" lang="en-US" altLang="ja-JP" sz="1000" b="1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JSON</a:t>
            </a:r>
            <a:r>
              <a:rPr kumimoji="1" lang="ja-JP" altLang="en-US" sz="1000" b="1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で返却</a:t>
            </a:r>
            <a:endParaRPr kumimoji="1" lang="en-US" altLang="ja-JP" sz="1000" b="1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endParaRPr lang="en-US" altLang="ja-JP" sz="1000" b="1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lang="ja-JP" altLang="en-US" sz="1000" b="1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証明書</a:t>
            </a:r>
            <a:r>
              <a:rPr lang="en-US" altLang="ja-JP" sz="1000" b="1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web</a:t>
            </a:r>
            <a:r>
              <a:rPr lang="ja-JP" altLang="en-US" sz="1000" b="1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認証用ハッシュコードは削除？</a:t>
            </a:r>
          </a:p>
        </p:txBody>
      </p:sp>
      <p:cxnSp>
        <p:nvCxnSpPr>
          <p:cNvPr id="31" name="直線矢印コネクタ 30">
            <a:extLst>
              <a:ext uri="{FF2B5EF4-FFF2-40B4-BE49-F238E27FC236}">
                <a16:creationId xmlns:a16="http://schemas.microsoft.com/office/drawing/2014/main" id="{A4FD9118-B3C0-5799-10C5-61CCE62861DB}"/>
              </a:ext>
            </a:extLst>
          </p:cNvPr>
          <p:cNvCxnSpPr>
            <a:cxnSpLocks/>
            <a:stCxn id="10" idx="3"/>
            <a:endCxn id="15" idx="1"/>
          </p:cNvCxnSpPr>
          <p:nvPr/>
        </p:nvCxnSpPr>
        <p:spPr>
          <a:xfrm flipV="1">
            <a:off x="4142424" y="1406154"/>
            <a:ext cx="1455113" cy="1383614"/>
          </a:xfrm>
          <a:prstGeom prst="straightConnector1">
            <a:avLst/>
          </a:prstGeom>
          <a:ln w="57150">
            <a:solidFill>
              <a:schemeClr val="accent2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4" name="直線矢印コネクタ 1023">
            <a:extLst>
              <a:ext uri="{FF2B5EF4-FFF2-40B4-BE49-F238E27FC236}">
                <a16:creationId xmlns:a16="http://schemas.microsoft.com/office/drawing/2014/main" id="{5BA68198-3D8F-D71E-9DDE-B455F460E232}"/>
              </a:ext>
            </a:extLst>
          </p:cNvPr>
          <p:cNvCxnSpPr>
            <a:cxnSpLocks/>
            <a:stCxn id="21" idx="1"/>
          </p:cNvCxnSpPr>
          <p:nvPr/>
        </p:nvCxnSpPr>
        <p:spPr>
          <a:xfrm flipH="1">
            <a:off x="4115459" y="2237660"/>
            <a:ext cx="2831565" cy="1456994"/>
          </a:xfrm>
          <a:prstGeom prst="straightConnector1">
            <a:avLst/>
          </a:prstGeom>
          <a:ln w="57150">
            <a:solidFill>
              <a:schemeClr val="accent2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8" name="直線矢印コネクタ 1027">
            <a:extLst>
              <a:ext uri="{FF2B5EF4-FFF2-40B4-BE49-F238E27FC236}">
                <a16:creationId xmlns:a16="http://schemas.microsoft.com/office/drawing/2014/main" id="{31C12825-47B0-5286-DA8A-095329CB5EDD}"/>
              </a:ext>
            </a:extLst>
          </p:cNvPr>
          <p:cNvCxnSpPr>
            <a:cxnSpLocks/>
          </p:cNvCxnSpPr>
          <p:nvPr/>
        </p:nvCxnSpPr>
        <p:spPr>
          <a:xfrm>
            <a:off x="4142424" y="4161264"/>
            <a:ext cx="2324418" cy="0"/>
          </a:xfrm>
          <a:prstGeom prst="straightConnector1">
            <a:avLst/>
          </a:prstGeom>
          <a:ln w="57150">
            <a:solidFill>
              <a:schemeClr val="accent2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26" name="Picture 2" descr="パソコンを使う男性のイラスト | かわいいフリー素材集 いらすとや">
            <a:extLst>
              <a:ext uri="{FF2B5EF4-FFF2-40B4-BE49-F238E27FC236}">
                <a16:creationId xmlns:a16="http://schemas.microsoft.com/office/drawing/2014/main" id="{4529E9D3-309C-B4BA-5117-47E01D4594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23344" y="4322429"/>
            <a:ext cx="2543498" cy="25594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39" name="テキスト ボックス 1038">
            <a:extLst>
              <a:ext uri="{FF2B5EF4-FFF2-40B4-BE49-F238E27FC236}">
                <a16:creationId xmlns:a16="http://schemas.microsoft.com/office/drawing/2014/main" id="{E16DBE1B-E94C-72D7-BF48-B3935ABF8A68}"/>
              </a:ext>
            </a:extLst>
          </p:cNvPr>
          <p:cNvSpPr txBox="1"/>
          <p:nvPr/>
        </p:nvSpPr>
        <p:spPr>
          <a:xfrm>
            <a:off x="4418922" y="1836389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①</a:t>
            </a:r>
          </a:p>
        </p:txBody>
      </p:sp>
      <p:sp>
        <p:nvSpPr>
          <p:cNvPr id="1040" name="テキスト ボックス 1039">
            <a:extLst>
              <a:ext uri="{FF2B5EF4-FFF2-40B4-BE49-F238E27FC236}">
                <a16:creationId xmlns:a16="http://schemas.microsoft.com/office/drawing/2014/main" id="{21F76369-1DB3-C5CE-6E64-744199E9F745}"/>
              </a:ext>
            </a:extLst>
          </p:cNvPr>
          <p:cNvSpPr txBox="1"/>
          <p:nvPr/>
        </p:nvSpPr>
        <p:spPr>
          <a:xfrm>
            <a:off x="4607119" y="2904831"/>
            <a:ext cx="415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b="1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②</a:t>
            </a:r>
          </a:p>
        </p:txBody>
      </p:sp>
      <p:sp>
        <p:nvSpPr>
          <p:cNvPr id="1041" name="テキスト ボックス 1040">
            <a:extLst>
              <a:ext uri="{FF2B5EF4-FFF2-40B4-BE49-F238E27FC236}">
                <a16:creationId xmlns:a16="http://schemas.microsoft.com/office/drawing/2014/main" id="{B616335F-06DE-4CC5-A5EC-89B6204D055D}"/>
              </a:ext>
            </a:extLst>
          </p:cNvPr>
          <p:cNvSpPr txBox="1"/>
          <p:nvPr/>
        </p:nvSpPr>
        <p:spPr>
          <a:xfrm>
            <a:off x="4627185" y="3768771"/>
            <a:ext cx="415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b="1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③</a:t>
            </a: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E6C079BF-8965-5E2C-E343-FBF8047CFE1C}"/>
              </a:ext>
            </a:extLst>
          </p:cNvPr>
          <p:cNvSpPr/>
          <p:nvPr/>
        </p:nvSpPr>
        <p:spPr>
          <a:xfrm>
            <a:off x="7788958" y="5698067"/>
            <a:ext cx="635000" cy="83150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申請</a:t>
            </a: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2FDFB09A-CB95-183E-A270-9DA370DD46A8}"/>
              </a:ext>
            </a:extLst>
          </p:cNvPr>
          <p:cNvSpPr/>
          <p:nvPr/>
        </p:nvSpPr>
        <p:spPr>
          <a:xfrm>
            <a:off x="8637316" y="5698067"/>
            <a:ext cx="635000" cy="83150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確認</a:t>
            </a:r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9E3A7431-0CA7-109B-7144-FA8469A9A630}"/>
              </a:ext>
            </a:extLst>
          </p:cNvPr>
          <p:cNvSpPr/>
          <p:nvPr/>
        </p:nvSpPr>
        <p:spPr>
          <a:xfrm>
            <a:off x="9509209" y="5698067"/>
            <a:ext cx="635000" cy="83150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完了</a:t>
            </a:r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31196B45-8343-4FBA-7615-46AB51284AE7}"/>
              </a:ext>
            </a:extLst>
          </p:cNvPr>
          <p:cNvSpPr/>
          <p:nvPr/>
        </p:nvSpPr>
        <p:spPr>
          <a:xfrm>
            <a:off x="6910379" y="5698067"/>
            <a:ext cx="635000" cy="83150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トップ</a:t>
            </a:r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AF2ECFBA-CCD2-83B4-8E8B-FED2741FE30A}"/>
              </a:ext>
            </a:extLst>
          </p:cNvPr>
          <p:cNvSpPr/>
          <p:nvPr/>
        </p:nvSpPr>
        <p:spPr>
          <a:xfrm>
            <a:off x="10416942" y="5128670"/>
            <a:ext cx="2220077" cy="115359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1400" dirty="0">
                <a:solidFill>
                  <a:sysClr val="windowText" lastClr="000000"/>
                </a:solidFill>
              </a:rPr>
              <a:t>・</a:t>
            </a:r>
            <a:r>
              <a:rPr kumimoji="1" lang="en-US" altLang="ja-JP" sz="1400" dirty="0">
                <a:solidFill>
                  <a:sysClr val="windowText" lastClr="000000"/>
                </a:solidFill>
              </a:rPr>
              <a:t>ID</a:t>
            </a:r>
            <a:r>
              <a:rPr kumimoji="1" lang="ja-JP" altLang="en-US" sz="1400" dirty="0">
                <a:solidFill>
                  <a:sysClr val="windowText" lastClr="000000"/>
                </a:solidFill>
              </a:rPr>
              <a:t>、操作ログのみ保管頂く</a:t>
            </a:r>
            <a:endParaRPr kumimoji="1" lang="en-US" altLang="ja-JP" sz="1400" dirty="0">
              <a:solidFill>
                <a:sysClr val="windowText" lastClr="000000"/>
              </a:solidFill>
            </a:endParaRPr>
          </a:p>
          <a:p>
            <a:r>
              <a:rPr lang="ja-JP" altLang="en-US" sz="1400" dirty="0">
                <a:solidFill>
                  <a:sysClr val="windowText" lastClr="000000"/>
                </a:solidFill>
              </a:rPr>
              <a:t>・必要な場合、</a:t>
            </a:r>
            <a:r>
              <a:rPr lang="en-US" altLang="ja-JP" sz="1400" dirty="0">
                <a:solidFill>
                  <a:sysClr val="windowText" lastClr="000000"/>
                </a:solidFill>
              </a:rPr>
              <a:t>API</a:t>
            </a:r>
            <a:r>
              <a:rPr lang="ja-JP" altLang="en-US" sz="1400" dirty="0">
                <a:solidFill>
                  <a:sysClr val="windowText" lastClr="000000"/>
                </a:solidFill>
              </a:rPr>
              <a:t>をたたいてメアドなどを提供</a:t>
            </a:r>
            <a:endParaRPr kumimoji="1" lang="ja-JP" altLang="en-US" sz="1400" dirty="0">
              <a:solidFill>
                <a:sysClr val="windowText" lastClr="000000"/>
              </a:solidFill>
            </a:endParaRPr>
          </a:p>
        </p:txBody>
      </p:sp>
      <p:cxnSp>
        <p:nvCxnSpPr>
          <p:cNvPr id="32" name="直線矢印コネクタ 31">
            <a:extLst>
              <a:ext uri="{FF2B5EF4-FFF2-40B4-BE49-F238E27FC236}">
                <a16:creationId xmlns:a16="http://schemas.microsoft.com/office/drawing/2014/main" id="{5DE17E2E-2FD7-EC68-E97E-16DD1FE0B326}"/>
              </a:ext>
            </a:extLst>
          </p:cNvPr>
          <p:cNvCxnSpPr>
            <a:stCxn id="22" idx="3"/>
            <a:endCxn id="2" idx="1"/>
          </p:cNvCxnSpPr>
          <p:nvPr/>
        </p:nvCxnSpPr>
        <p:spPr>
          <a:xfrm>
            <a:off x="7545379" y="6113821"/>
            <a:ext cx="24357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線矢印コネクタ 32">
            <a:extLst>
              <a:ext uri="{FF2B5EF4-FFF2-40B4-BE49-F238E27FC236}">
                <a16:creationId xmlns:a16="http://schemas.microsoft.com/office/drawing/2014/main" id="{30B81694-6CF0-2B74-CA67-94CB23E42B48}"/>
              </a:ext>
            </a:extLst>
          </p:cNvPr>
          <p:cNvCxnSpPr>
            <a:cxnSpLocks/>
            <a:stCxn id="2" idx="3"/>
            <a:endCxn id="3" idx="1"/>
          </p:cNvCxnSpPr>
          <p:nvPr/>
        </p:nvCxnSpPr>
        <p:spPr>
          <a:xfrm>
            <a:off x="8423958" y="6113821"/>
            <a:ext cx="21335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線矢印コネクタ 35">
            <a:extLst>
              <a:ext uri="{FF2B5EF4-FFF2-40B4-BE49-F238E27FC236}">
                <a16:creationId xmlns:a16="http://schemas.microsoft.com/office/drawing/2014/main" id="{55826419-270C-A763-8E11-EFE249702B14}"/>
              </a:ext>
            </a:extLst>
          </p:cNvPr>
          <p:cNvCxnSpPr>
            <a:cxnSpLocks/>
            <a:stCxn id="3" idx="3"/>
            <a:endCxn id="18" idx="1"/>
          </p:cNvCxnSpPr>
          <p:nvPr/>
        </p:nvCxnSpPr>
        <p:spPr>
          <a:xfrm>
            <a:off x="9272316" y="6113821"/>
            <a:ext cx="23689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正方形/長方形 38">
            <a:extLst>
              <a:ext uri="{FF2B5EF4-FFF2-40B4-BE49-F238E27FC236}">
                <a16:creationId xmlns:a16="http://schemas.microsoft.com/office/drawing/2014/main" id="{45A166E4-136C-17BE-F05A-D23FB6094257}"/>
              </a:ext>
            </a:extLst>
          </p:cNvPr>
          <p:cNvSpPr/>
          <p:nvPr/>
        </p:nvSpPr>
        <p:spPr>
          <a:xfrm>
            <a:off x="5229000" y="1843556"/>
            <a:ext cx="1047922" cy="517214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1400" dirty="0">
                <a:solidFill>
                  <a:sysClr val="windowText" lastClr="000000"/>
                </a:solidFill>
              </a:rPr>
              <a:t>認証</a:t>
            </a:r>
          </a:p>
        </p:txBody>
      </p:sp>
      <p:sp>
        <p:nvSpPr>
          <p:cNvPr id="40" name="正方形/長方形 39">
            <a:extLst>
              <a:ext uri="{FF2B5EF4-FFF2-40B4-BE49-F238E27FC236}">
                <a16:creationId xmlns:a16="http://schemas.microsoft.com/office/drawing/2014/main" id="{833DB819-F48A-4149-034B-17C71BF47EB9}"/>
              </a:ext>
            </a:extLst>
          </p:cNvPr>
          <p:cNvSpPr/>
          <p:nvPr/>
        </p:nvSpPr>
        <p:spPr>
          <a:xfrm>
            <a:off x="5229000" y="3234353"/>
            <a:ext cx="1642445" cy="517214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1400" dirty="0">
                <a:solidFill>
                  <a:sysClr val="windowText" lastClr="000000"/>
                </a:solidFill>
              </a:rPr>
              <a:t>ログインしているユーザ</a:t>
            </a:r>
            <a:r>
              <a:rPr kumimoji="1" lang="en-US" altLang="ja-JP" sz="1400" dirty="0">
                <a:solidFill>
                  <a:sysClr val="windowText" lastClr="000000"/>
                </a:solidFill>
              </a:rPr>
              <a:t>ID</a:t>
            </a:r>
            <a:endParaRPr kumimoji="1" lang="ja-JP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41" name="正方形/長方形 40">
            <a:extLst>
              <a:ext uri="{FF2B5EF4-FFF2-40B4-BE49-F238E27FC236}">
                <a16:creationId xmlns:a16="http://schemas.microsoft.com/office/drawing/2014/main" id="{DA1F76CC-0458-0455-63D9-6961D8111806}"/>
              </a:ext>
            </a:extLst>
          </p:cNvPr>
          <p:cNvSpPr/>
          <p:nvPr/>
        </p:nvSpPr>
        <p:spPr>
          <a:xfrm>
            <a:off x="5239802" y="4911063"/>
            <a:ext cx="1510575" cy="517214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ja-JP" sz="1400" dirty="0">
                <a:solidFill>
                  <a:sysClr val="windowText" lastClr="000000"/>
                </a:solidFill>
              </a:rPr>
              <a:t>ID</a:t>
            </a:r>
            <a:r>
              <a:rPr kumimoji="1" lang="ja-JP" altLang="en-US" sz="1400" dirty="0">
                <a:solidFill>
                  <a:sysClr val="windowText" lastClr="000000"/>
                </a:solidFill>
              </a:rPr>
              <a:t>に該当するユー</a:t>
            </a:r>
            <a:r>
              <a:rPr lang="ja-JP" altLang="en-US" sz="1400" dirty="0">
                <a:solidFill>
                  <a:sysClr val="windowText" lastClr="000000"/>
                </a:solidFill>
              </a:rPr>
              <a:t>ザ情報</a:t>
            </a:r>
            <a:endParaRPr kumimoji="1" lang="ja-JP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42" name="正方形/長方形 41">
            <a:extLst>
              <a:ext uri="{FF2B5EF4-FFF2-40B4-BE49-F238E27FC236}">
                <a16:creationId xmlns:a16="http://schemas.microsoft.com/office/drawing/2014/main" id="{59260605-325C-EA2E-A557-574C8AE973EA}"/>
              </a:ext>
            </a:extLst>
          </p:cNvPr>
          <p:cNvSpPr/>
          <p:nvPr/>
        </p:nvSpPr>
        <p:spPr>
          <a:xfrm>
            <a:off x="26469" y="5558041"/>
            <a:ext cx="2752189" cy="115359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1400" dirty="0">
                <a:solidFill>
                  <a:sysClr val="windowText" lastClr="000000"/>
                </a:solidFill>
              </a:rPr>
              <a:t>フロントからかバックエンドからのリクエストからになるか、アーキテクチャが決まったら</a:t>
            </a:r>
            <a:r>
              <a:rPr kumimoji="1" lang="en-US" altLang="ja-JP" sz="1400" dirty="0" err="1">
                <a:solidFill>
                  <a:sysClr val="windowText" lastClr="000000"/>
                </a:solidFill>
              </a:rPr>
              <a:t>ArcStage</a:t>
            </a:r>
            <a:r>
              <a:rPr kumimoji="1" lang="ja-JP" altLang="en-US" sz="1400" dirty="0">
                <a:solidFill>
                  <a:sysClr val="windowText" lastClr="000000"/>
                </a:solidFill>
              </a:rPr>
              <a:t>さんへご連絡いただく</a:t>
            </a:r>
          </a:p>
        </p:txBody>
      </p:sp>
    </p:spTree>
    <p:extLst>
      <p:ext uri="{BB962C8B-B14F-4D97-AF65-F5344CB8AC3E}">
        <p14:creationId xmlns:p14="http://schemas.microsoft.com/office/powerpoint/2010/main" val="2617123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427DA0-80F4-D6BC-50BC-0D4CB68AEA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03B8789B-9BB3-D55B-34C6-7DE3C55C6C4A}"/>
              </a:ext>
            </a:extLst>
          </p:cNvPr>
          <p:cNvSpPr txBox="1"/>
          <p:nvPr/>
        </p:nvSpPr>
        <p:spPr>
          <a:xfrm>
            <a:off x="120073" y="101601"/>
            <a:ext cx="12250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AWS</a:t>
            </a:r>
            <a:r>
              <a:rPr kumimoji="1" lang="ja-JP" altLang="en-US" b="1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環境</a:t>
            </a:r>
          </a:p>
        </p:txBody>
      </p: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B6D2BE1E-F1C6-9E42-020A-4EB8560D0A1F}"/>
              </a:ext>
            </a:extLst>
          </p:cNvPr>
          <p:cNvSpPr txBox="1"/>
          <p:nvPr/>
        </p:nvSpPr>
        <p:spPr>
          <a:xfrm>
            <a:off x="475673" y="647462"/>
            <a:ext cx="848967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b="1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必要な環境について</a:t>
            </a:r>
            <a:r>
              <a:rPr kumimoji="1" lang="en-US" altLang="ja-JP" b="1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HRS</a:t>
            </a:r>
            <a:r>
              <a:rPr kumimoji="1" lang="ja-JP" altLang="en-US" b="1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にご要望いただく</a:t>
            </a:r>
            <a:endParaRPr kumimoji="1" lang="en-US" altLang="ja-JP" b="1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lang="en-US" altLang="ja-JP" b="1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VM</a:t>
            </a:r>
            <a:r>
              <a:rPr lang="ja-JP" altLang="en-US" b="1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の数（検証環境など）</a:t>
            </a:r>
            <a:endParaRPr lang="en-US" altLang="ja-JP" b="1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kumimoji="1" lang="ja-JP" altLang="en-US" b="1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環境構築の時期感、</a:t>
            </a:r>
            <a:r>
              <a:rPr kumimoji="1" lang="en-US" altLang="ja-JP" b="1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6</a:t>
            </a:r>
            <a:r>
              <a:rPr kumimoji="1" lang="ja-JP" altLang="en-US" b="1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月環境構築、</a:t>
            </a:r>
            <a:r>
              <a:rPr kumimoji="1" lang="en-US" altLang="ja-JP" b="1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7</a:t>
            </a:r>
            <a:r>
              <a:rPr kumimoji="1" lang="ja-JP" altLang="en-US" b="1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月中旬～テスト、</a:t>
            </a:r>
            <a:r>
              <a:rPr kumimoji="1" lang="en-US" altLang="ja-JP" b="1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8</a:t>
            </a:r>
            <a:r>
              <a:rPr kumimoji="1" lang="ja-JP" altLang="en-US" b="1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月連携テストなど</a:t>
            </a:r>
          </a:p>
        </p:txBody>
      </p: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9CAAC4F3-60BA-BFCA-E1EE-AC7D6AF1AB4B}"/>
              </a:ext>
            </a:extLst>
          </p:cNvPr>
          <p:cNvSpPr txBox="1"/>
          <p:nvPr/>
        </p:nvSpPr>
        <p:spPr>
          <a:xfrm>
            <a:off x="120073" y="2390789"/>
            <a:ext cx="17972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多言語について</a:t>
            </a: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10AF2357-7C40-BD37-353B-FEB27EF430D6}"/>
              </a:ext>
            </a:extLst>
          </p:cNvPr>
          <p:cNvSpPr txBox="1"/>
          <p:nvPr/>
        </p:nvSpPr>
        <p:spPr>
          <a:xfrm>
            <a:off x="475673" y="2967335"/>
            <a:ext cx="105648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b="1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・懸念点：トップページのお知らせが長い</a:t>
            </a:r>
            <a:br>
              <a:rPr kumimoji="1" lang="en-US" altLang="ja-JP" b="1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</a:br>
            <a:r>
              <a:rPr kumimoji="1" lang="ja-JP" altLang="en-US" b="1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→日本語と英語を</a:t>
            </a:r>
            <a:r>
              <a:rPr kumimoji="1" lang="en-US" altLang="ja-JP" b="1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2</a:t>
            </a:r>
            <a:r>
              <a:rPr kumimoji="1" lang="ja-JP" altLang="en-US" b="1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カラムで表示 </a:t>
            </a:r>
            <a:r>
              <a:rPr kumimoji="1" lang="en-US" altLang="ja-JP" b="1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or </a:t>
            </a:r>
            <a:r>
              <a:rPr kumimoji="1" lang="ja-JP" altLang="en-US" b="1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お知らせ欄だけ日英で切り替え可能としていただく</a:t>
            </a:r>
          </a:p>
        </p:txBody>
      </p:sp>
      <p:sp>
        <p:nvSpPr>
          <p:cNvPr id="42" name="テキスト ボックス 41">
            <a:extLst>
              <a:ext uri="{FF2B5EF4-FFF2-40B4-BE49-F238E27FC236}">
                <a16:creationId xmlns:a16="http://schemas.microsoft.com/office/drawing/2014/main" id="{6929BCFB-BB29-866F-5F38-7518E8CC8332}"/>
              </a:ext>
            </a:extLst>
          </p:cNvPr>
          <p:cNvSpPr txBox="1"/>
          <p:nvPr/>
        </p:nvSpPr>
        <p:spPr>
          <a:xfrm>
            <a:off x="475673" y="3833498"/>
            <a:ext cx="105648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b="1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申請画面の下の説明文（バージョン情報）→更新頻度が度々ある。（時限管理は不要）</a:t>
            </a:r>
          </a:p>
        </p:txBody>
      </p:sp>
      <p:pic>
        <p:nvPicPr>
          <p:cNvPr id="44" name="図 43">
            <a:extLst>
              <a:ext uri="{FF2B5EF4-FFF2-40B4-BE49-F238E27FC236}">
                <a16:creationId xmlns:a16="http://schemas.microsoft.com/office/drawing/2014/main" id="{E3222020-C13B-3443-894C-F90D72478F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673" y="4276455"/>
            <a:ext cx="8415867" cy="1625026"/>
          </a:xfrm>
          <a:prstGeom prst="rect">
            <a:avLst/>
          </a:prstGeom>
        </p:spPr>
      </p:pic>
      <p:sp>
        <p:nvSpPr>
          <p:cNvPr id="45" name="テキスト ボックス 44">
            <a:extLst>
              <a:ext uri="{FF2B5EF4-FFF2-40B4-BE49-F238E27FC236}">
                <a16:creationId xmlns:a16="http://schemas.microsoft.com/office/drawing/2014/main" id="{905AD9CF-62FF-6518-0D7E-9FB289A3D4C9}"/>
              </a:ext>
            </a:extLst>
          </p:cNvPr>
          <p:cNvSpPr txBox="1"/>
          <p:nvPr/>
        </p:nvSpPr>
        <p:spPr>
          <a:xfrm>
            <a:off x="475673" y="5887372"/>
            <a:ext cx="105648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b="1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上記以外は日英併記で</a:t>
            </a:r>
            <a:r>
              <a:rPr kumimoji="1" lang="en-US" altLang="ja-JP" b="1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OK</a:t>
            </a:r>
            <a:endParaRPr kumimoji="1" lang="ja-JP" altLang="en-US" b="1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7178144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15118E-B89F-5C3E-AA44-F637CC8751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CAB666B6-4C00-AC30-B3B9-68BB78135FE3}"/>
              </a:ext>
            </a:extLst>
          </p:cNvPr>
          <p:cNvSpPr txBox="1"/>
          <p:nvPr/>
        </p:nvSpPr>
        <p:spPr>
          <a:xfrm>
            <a:off x="120073" y="101601"/>
            <a:ext cx="12250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AWS</a:t>
            </a:r>
            <a:r>
              <a:rPr kumimoji="1" lang="ja-JP" altLang="en-US" b="1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環境</a:t>
            </a:r>
          </a:p>
        </p:txBody>
      </p: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EF453B1B-779A-6E19-87A7-B7B380BE26B3}"/>
              </a:ext>
            </a:extLst>
          </p:cNvPr>
          <p:cNvSpPr txBox="1"/>
          <p:nvPr/>
        </p:nvSpPr>
        <p:spPr>
          <a:xfrm>
            <a:off x="509540" y="1197796"/>
            <a:ext cx="84896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b="1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管理画面</a:t>
            </a:r>
            <a:endParaRPr kumimoji="1" lang="ja-JP" altLang="en-US" b="1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pic>
        <p:nvPicPr>
          <p:cNvPr id="35" name="図 34">
            <a:extLst>
              <a:ext uri="{FF2B5EF4-FFF2-40B4-BE49-F238E27FC236}">
                <a16:creationId xmlns:a16="http://schemas.microsoft.com/office/drawing/2014/main" id="{35553381-C195-FF53-81CA-3F2DEE603D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2580" y="1730389"/>
            <a:ext cx="7230533" cy="3083459"/>
          </a:xfrm>
          <a:prstGeom prst="rect">
            <a:avLst/>
          </a:prstGeom>
        </p:spPr>
      </p:pic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D4AF369E-23D0-29D2-3FA6-A7D5A11E0BC4}"/>
              </a:ext>
            </a:extLst>
          </p:cNvPr>
          <p:cNvSpPr txBox="1"/>
          <p:nvPr/>
        </p:nvSpPr>
        <p:spPr>
          <a:xfrm>
            <a:off x="509540" y="5290872"/>
            <a:ext cx="848967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b="1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CSV</a:t>
            </a:r>
            <a:r>
              <a:rPr lang="ja-JP" altLang="en-US" b="1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ファイルで</a:t>
            </a:r>
            <a:r>
              <a:rPr lang="en-US" altLang="ja-JP" b="1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DL</a:t>
            </a:r>
            <a:r>
              <a:rPr lang="ja-JP" altLang="en-US" b="1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出来るカラムが増える（申請している証明書の種類）</a:t>
            </a:r>
            <a:endParaRPr lang="en-US" altLang="ja-JP" b="1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kumimoji="1" lang="ja-JP" altLang="en-US" b="1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申請後に申請した内容を</a:t>
            </a:r>
            <a:r>
              <a:rPr kumimoji="1" lang="en-US" altLang="ja-JP" b="1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CSV</a:t>
            </a:r>
            <a:r>
              <a:rPr kumimoji="1" lang="ja-JP" altLang="en-US" b="1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で</a:t>
            </a:r>
            <a:r>
              <a:rPr kumimoji="1" lang="en-US" altLang="ja-JP" b="1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DL</a:t>
            </a:r>
            <a:r>
              <a:rPr kumimoji="1" lang="ja-JP" altLang="en-US" b="1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可能</a:t>
            </a:r>
          </a:p>
        </p:txBody>
      </p:sp>
    </p:spTree>
    <p:extLst>
      <p:ext uri="{BB962C8B-B14F-4D97-AF65-F5344CB8AC3E}">
        <p14:creationId xmlns:p14="http://schemas.microsoft.com/office/powerpoint/2010/main" val="20166231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5958CC-E90B-2B0D-6AFC-BEDC5526B3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6583C937-2E29-AEC8-EA2D-D17214A94EEF}"/>
              </a:ext>
            </a:extLst>
          </p:cNvPr>
          <p:cNvSpPr txBox="1"/>
          <p:nvPr/>
        </p:nvSpPr>
        <p:spPr>
          <a:xfrm>
            <a:off x="120073" y="101601"/>
            <a:ext cx="12250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AWS</a:t>
            </a:r>
            <a:r>
              <a:rPr kumimoji="1" lang="ja-JP" altLang="en-US" b="1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環境</a:t>
            </a:r>
          </a:p>
        </p:txBody>
      </p: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815712DF-16A6-330F-0E69-E749B7A86601}"/>
              </a:ext>
            </a:extLst>
          </p:cNvPr>
          <p:cNvSpPr txBox="1"/>
          <p:nvPr/>
        </p:nvSpPr>
        <p:spPr>
          <a:xfrm>
            <a:off x="509540" y="1197796"/>
            <a:ext cx="84896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b="1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通知メール</a:t>
            </a:r>
            <a:endParaRPr kumimoji="1" lang="ja-JP" altLang="en-US" b="1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6D71893B-97CE-452D-3475-6F3BC164A79E}"/>
              </a:ext>
            </a:extLst>
          </p:cNvPr>
          <p:cNvSpPr txBox="1"/>
          <p:nvPr/>
        </p:nvSpPr>
        <p:spPr>
          <a:xfrm>
            <a:off x="509540" y="1768738"/>
            <a:ext cx="848967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b="1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申請者に資料が出来上がったら通知メールを送る</a:t>
            </a:r>
            <a:endParaRPr kumimoji="1" lang="en-US" altLang="ja-JP" b="1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lang="ja-JP" altLang="en-US" b="1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└メール送信時に</a:t>
            </a:r>
            <a:r>
              <a:rPr lang="en-US" altLang="ja-JP" b="1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ID</a:t>
            </a:r>
            <a:r>
              <a:rPr lang="ja-JP" altLang="en-US" b="1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で</a:t>
            </a:r>
            <a:r>
              <a:rPr lang="en-US" altLang="ja-JP" b="1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API</a:t>
            </a:r>
            <a:r>
              <a:rPr lang="ja-JP" altLang="en-US" b="1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からメールアドレスを取得する必要あり</a:t>
            </a:r>
            <a:endParaRPr lang="en-US" altLang="ja-JP" b="1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lang="ja-JP" altLang="en-US" b="1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送信元のメールアドレス</a:t>
            </a:r>
            <a:r>
              <a:rPr lang="ja-JP" altLang="en-US" b="1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が必要</a:t>
            </a:r>
            <a:endParaRPr lang="en-US" altLang="ja-JP" b="1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kumimoji="1" lang="ja-JP" altLang="en-US" b="1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メールサーバも必要→</a:t>
            </a:r>
            <a:r>
              <a:rPr lang="en-US" altLang="ja-JP" b="1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@hirose-gl.com </a:t>
            </a:r>
            <a:r>
              <a:rPr lang="ja-JP" altLang="en-US" b="1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の</a:t>
            </a:r>
            <a:r>
              <a:rPr kumimoji="1" lang="en-US" altLang="ja-JP" b="1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SMTP</a:t>
            </a:r>
            <a:r>
              <a:rPr kumimoji="1" lang="ja-JP" altLang="en-US" b="1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サーバを使用する予定</a:t>
            </a:r>
          </a:p>
        </p:txBody>
      </p:sp>
    </p:spTree>
    <p:extLst>
      <p:ext uri="{BB962C8B-B14F-4D97-AF65-F5344CB8AC3E}">
        <p14:creationId xmlns:p14="http://schemas.microsoft.com/office/powerpoint/2010/main" val="5030826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127</TotalTime>
  <Words>396</Words>
  <Application>Microsoft Office PowerPoint</Application>
  <PresentationFormat>ワイド画面</PresentationFormat>
  <Paragraphs>65</Paragraphs>
  <Slides>4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4</vt:i4>
      </vt:variant>
    </vt:vector>
  </HeadingPairs>
  <TitlesOfParts>
    <vt:vector size="9" baseType="lpstr">
      <vt:lpstr>BIZ UDPゴシック</vt:lpstr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takaomi kitabayashi</dc:creator>
  <cp:lastModifiedBy>榎本亮二</cp:lastModifiedBy>
  <cp:revision>2</cp:revision>
  <dcterms:created xsi:type="dcterms:W3CDTF">2026-04-03T07:05:41Z</dcterms:created>
  <dcterms:modified xsi:type="dcterms:W3CDTF">2026-05-07T23:45:17Z</dcterms:modified>
</cp:coreProperties>
</file>