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52076-F954-49A9-99D6-0500CD8996CA}" v="20" dt="2026-04-08T05:17:20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ori Suga（菅 里織）" userId="8e39834b-9372-4d08-8fbc-04aba1367d86" providerId="ADAL" clId="{4990F336-D35E-4435-9CE4-6BB373FF4A73}"/>
    <pc:docChg chg="custSel addSld modSld">
      <pc:chgData name="Saori Suga（菅 里織）" userId="8e39834b-9372-4d08-8fbc-04aba1367d86" providerId="ADAL" clId="{4990F336-D35E-4435-9CE4-6BB373FF4A73}" dt="2026-04-08T05:23:50.652" v="1715" actId="20577"/>
      <pc:docMkLst>
        <pc:docMk/>
      </pc:docMkLst>
      <pc:sldChg chg="addSp modSp mod">
        <pc:chgData name="Saori Suga（菅 里織）" userId="8e39834b-9372-4d08-8fbc-04aba1367d86" providerId="ADAL" clId="{4990F336-D35E-4435-9CE4-6BB373FF4A73}" dt="2026-04-08T04:50:21.597" v="779" actId="14100"/>
        <pc:sldMkLst>
          <pc:docMk/>
          <pc:sldMk cId="261712311" sldId="256"/>
        </pc:sldMkLst>
        <pc:spChg chg="add mod">
          <ac:chgData name="Saori Suga（菅 里織）" userId="8e39834b-9372-4d08-8fbc-04aba1367d86" providerId="ADAL" clId="{4990F336-D35E-4435-9CE4-6BB373FF4A73}" dt="2026-04-08T04:27:21.233" v="31" actId="1076"/>
          <ac:spMkLst>
            <pc:docMk/>
            <pc:sldMk cId="261712311" sldId="256"/>
            <ac:spMk id="2" creationId="{E6C079BF-8965-5E2C-E343-FBF8047CFE1C}"/>
          </ac:spMkLst>
        </pc:spChg>
        <pc:spChg chg="add mod">
          <ac:chgData name="Saori Suga（菅 里織）" userId="8e39834b-9372-4d08-8fbc-04aba1367d86" providerId="ADAL" clId="{4990F336-D35E-4435-9CE4-6BB373FF4A73}" dt="2026-04-08T04:27:21.233" v="31" actId="1076"/>
          <ac:spMkLst>
            <pc:docMk/>
            <pc:sldMk cId="261712311" sldId="256"/>
            <ac:spMk id="3" creationId="{2FDFB09A-CB95-183E-A270-9DA370DD46A8}"/>
          </ac:spMkLst>
        </pc:spChg>
        <pc:spChg chg="add mod">
          <ac:chgData name="Saori Suga（菅 里織）" userId="8e39834b-9372-4d08-8fbc-04aba1367d86" providerId="ADAL" clId="{4990F336-D35E-4435-9CE4-6BB373FF4A73}" dt="2026-04-08T04:27:21.233" v="31" actId="1076"/>
          <ac:spMkLst>
            <pc:docMk/>
            <pc:sldMk cId="261712311" sldId="256"/>
            <ac:spMk id="18" creationId="{9E3A7431-0CA7-109B-7144-FA8469A9A630}"/>
          </ac:spMkLst>
        </pc:spChg>
        <pc:spChg chg="mod">
          <ac:chgData name="Saori Suga（菅 里織）" userId="8e39834b-9372-4d08-8fbc-04aba1367d86" providerId="ADAL" clId="{4990F336-D35E-4435-9CE4-6BB373FF4A73}" dt="2026-04-08T04:50:21.597" v="779" actId="14100"/>
          <ac:spMkLst>
            <pc:docMk/>
            <pc:sldMk cId="261712311" sldId="256"/>
            <ac:spMk id="19" creationId="{8802FC1E-155A-6D5F-CD88-E4E67404A527}"/>
          </ac:spMkLst>
        </pc:spChg>
        <pc:spChg chg="mod">
          <ac:chgData name="Saori Suga（菅 里織）" userId="8e39834b-9372-4d08-8fbc-04aba1367d86" providerId="ADAL" clId="{4990F336-D35E-4435-9CE4-6BB373FF4A73}" dt="2026-04-08T04:50:02.394" v="768" actId="20577"/>
          <ac:spMkLst>
            <pc:docMk/>
            <pc:sldMk cId="261712311" sldId="256"/>
            <ac:spMk id="20" creationId="{F16EB273-EA69-2C36-C746-F34DC21CC32A}"/>
          </ac:spMkLst>
        </pc:spChg>
        <pc:spChg chg="add mod">
          <ac:chgData name="Saori Suga（菅 里織）" userId="8e39834b-9372-4d08-8fbc-04aba1367d86" providerId="ADAL" clId="{4990F336-D35E-4435-9CE4-6BB373FF4A73}" dt="2026-04-08T04:28:49.110" v="39" actId="20577"/>
          <ac:spMkLst>
            <pc:docMk/>
            <pc:sldMk cId="261712311" sldId="256"/>
            <ac:spMk id="22" creationId="{31196B45-8343-4FBA-7615-46AB51284AE7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29" creationId="{AF2ECFBA-CCD2-83B4-8E8B-FED2741FE30A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39" creationId="{45A166E4-136C-17BE-F05A-D23FB6094257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40" creationId="{833DB819-F48A-4149-034B-17C71BF47EB9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41" creationId="{DA1F76CC-0458-0455-63D9-6961D8111806}"/>
          </ac:spMkLst>
        </pc:spChg>
        <pc:spChg chg="add mod">
          <ac:chgData name="Saori Suga（菅 里織）" userId="8e39834b-9372-4d08-8fbc-04aba1367d86" providerId="ADAL" clId="{4990F336-D35E-4435-9CE4-6BB373FF4A73}" dt="2026-04-08T04:48:00.064" v="595" actId="14100"/>
          <ac:spMkLst>
            <pc:docMk/>
            <pc:sldMk cId="261712311" sldId="256"/>
            <ac:spMk id="42" creationId="{59260605-325C-EA2E-A557-574C8AE973EA}"/>
          </ac:spMkLst>
        </pc:spChg>
        <pc:cxnChg chg="add">
          <ac:chgData name="Saori Suga（菅 里織）" userId="8e39834b-9372-4d08-8fbc-04aba1367d86" providerId="ADAL" clId="{4990F336-D35E-4435-9CE4-6BB373FF4A73}" dt="2026-04-08T04:31:47.216" v="172" actId="11529"/>
          <ac:cxnSpMkLst>
            <pc:docMk/>
            <pc:sldMk cId="261712311" sldId="256"/>
            <ac:cxnSpMk id="32" creationId="{5DE17E2E-2FD7-EC68-E97E-16DD1FE0B326}"/>
          </ac:cxnSpMkLst>
        </pc:cxnChg>
        <pc:cxnChg chg="add mod">
          <ac:chgData name="Saori Suga（菅 里織）" userId="8e39834b-9372-4d08-8fbc-04aba1367d86" providerId="ADAL" clId="{4990F336-D35E-4435-9CE4-6BB373FF4A73}" dt="2026-04-08T04:31:56.090" v="176" actId="14100"/>
          <ac:cxnSpMkLst>
            <pc:docMk/>
            <pc:sldMk cId="261712311" sldId="256"/>
            <ac:cxnSpMk id="33" creationId="{30B81694-6CF0-2B74-CA67-94CB23E42B48}"/>
          </ac:cxnSpMkLst>
        </pc:cxnChg>
        <pc:cxnChg chg="add mod">
          <ac:chgData name="Saori Suga（菅 里織）" userId="8e39834b-9372-4d08-8fbc-04aba1367d86" providerId="ADAL" clId="{4990F336-D35E-4435-9CE4-6BB373FF4A73}" dt="2026-04-08T04:32:03.381" v="180" actId="14100"/>
          <ac:cxnSpMkLst>
            <pc:docMk/>
            <pc:sldMk cId="261712311" sldId="256"/>
            <ac:cxnSpMk id="36" creationId="{55826419-270C-A763-8E11-EFE249702B14}"/>
          </ac:cxnSpMkLst>
        </pc:cxnChg>
      </pc:sldChg>
      <pc:sldChg chg="addSp delSp modSp add mod">
        <pc:chgData name="Saori Suga（菅 里織）" userId="8e39834b-9372-4d08-8fbc-04aba1367d86" providerId="ADAL" clId="{4990F336-D35E-4435-9CE4-6BB373FF4A73}" dt="2026-04-08T05:09:21.646" v="1200" actId="20577"/>
        <pc:sldMkLst>
          <pc:docMk/>
          <pc:sldMk cId="717814480" sldId="257"/>
        </pc:sldMkLst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2" creationId="{8C352418-12AF-8831-8C29-145C5726FCFC}"/>
          </ac:spMkLst>
        </pc:spChg>
        <pc:spChg chg="mod">
          <ac:chgData name="Saori Suga（菅 里織）" userId="8e39834b-9372-4d08-8fbc-04aba1367d86" providerId="ADAL" clId="{4990F336-D35E-4435-9CE4-6BB373FF4A73}" dt="2026-04-08T04:40:29.084" v="288" actId="20577"/>
          <ac:spMkLst>
            <pc:docMk/>
            <pc:sldMk cId="717814480" sldId="257"/>
            <ac:spMk id="4" creationId="{03B8789B-9BB3-D55B-34C6-7DE3C55C6C4A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5" creationId="{62C3C111-777F-814D-8DBF-5AC5ED9E895C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9" creationId="{750C1919-E536-4D4E-51D5-6CC4A5EC3B74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0" creationId="{63ABBC2B-CDA2-310E-369F-90B45820A76C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2" creationId="{CDAD40B2-8969-64A1-5933-02DA220840A0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4" creationId="{B04444AF-B607-B6C3-2449-39691E39EBF8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5" creationId="{8ED4E331-ABC6-F38D-D7E9-EF4246E13754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8" creationId="{E8CB2F39-3F10-0C04-F77F-C2470230C0DD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28" creationId="{4C1EAE12-8E53-CB7A-297A-8FDE5404285A}"/>
          </ac:spMkLst>
        </pc:spChg>
        <pc:spChg chg="add mod">
          <ac:chgData name="Saori Suga（菅 里織）" userId="8e39834b-9372-4d08-8fbc-04aba1367d86" providerId="ADAL" clId="{4990F336-D35E-4435-9CE4-6BB373FF4A73}" dt="2026-04-08T05:03:06.774" v="851" actId="1076"/>
          <ac:spMkLst>
            <pc:docMk/>
            <pc:sldMk cId="717814480" sldId="257"/>
            <ac:spMk id="30" creationId="{B6D2BE1E-F1C6-9E42-020A-4EB8560D0A1F}"/>
          </ac:spMkLst>
        </pc:spChg>
        <pc:spChg chg="add mod">
          <ac:chgData name="Saori Suga（菅 里織）" userId="8e39834b-9372-4d08-8fbc-04aba1367d86" providerId="ADAL" clId="{4990F336-D35E-4435-9CE4-6BB373FF4A73}" dt="2026-04-08T05:03:09.482" v="852" actId="1076"/>
          <ac:spMkLst>
            <pc:docMk/>
            <pc:sldMk cId="717814480" sldId="257"/>
            <ac:spMk id="37" creationId="{9CAAC4F3-60BA-BFCA-E1EE-AC7D6AF1AB4B}"/>
          </ac:spMkLst>
        </pc:spChg>
        <pc:spChg chg="add mod">
          <ac:chgData name="Saori Suga（菅 里織）" userId="8e39834b-9372-4d08-8fbc-04aba1367d86" providerId="ADAL" clId="{4990F336-D35E-4435-9CE4-6BB373FF4A73}" dt="2026-04-08T05:06:24.328" v="1017" actId="14100"/>
          <ac:spMkLst>
            <pc:docMk/>
            <pc:sldMk cId="717814480" sldId="257"/>
            <ac:spMk id="38" creationId="{10AF2357-7C40-BD37-353B-FEB27EF430D6}"/>
          </ac:spMkLst>
        </pc:spChg>
        <pc:spChg chg="add mod">
          <ac:chgData name="Saori Suga（菅 里織）" userId="8e39834b-9372-4d08-8fbc-04aba1367d86" providerId="ADAL" clId="{4990F336-D35E-4435-9CE4-6BB373FF4A73}" dt="2026-04-08T05:09:09.071" v="1165" actId="20577"/>
          <ac:spMkLst>
            <pc:docMk/>
            <pc:sldMk cId="717814480" sldId="257"/>
            <ac:spMk id="42" creationId="{6929BCFB-BB29-866F-5F38-7518E8CC8332}"/>
          </ac:spMkLst>
        </pc:spChg>
        <pc:spChg chg="add mod">
          <ac:chgData name="Saori Suga（菅 里織）" userId="8e39834b-9372-4d08-8fbc-04aba1367d86" providerId="ADAL" clId="{4990F336-D35E-4435-9CE4-6BB373FF4A73}" dt="2026-04-08T05:09:21.646" v="1200" actId="20577"/>
          <ac:spMkLst>
            <pc:docMk/>
            <pc:sldMk cId="717814480" sldId="257"/>
            <ac:spMk id="45" creationId="{905AD9CF-62FF-6518-0D7E-9FB289A3D4C9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039" creationId="{4ECCB42C-8B96-D956-B183-DDA02D397F2A}"/>
          </ac:spMkLst>
        </pc:spChg>
        <pc:picChg chg="add del mod">
          <ac:chgData name="Saori Suga（菅 里織）" userId="8e39834b-9372-4d08-8fbc-04aba1367d86" providerId="ADAL" clId="{4990F336-D35E-4435-9CE4-6BB373FF4A73}" dt="2026-04-08T05:01:23.726" v="810" actId="478"/>
          <ac:picMkLst>
            <pc:docMk/>
            <pc:sldMk cId="717814480" sldId="257"/>
            <ac:picMk id="35" creationId="{A659CF96-52AB-5201-2C68-71F171DCD9E7}"/>
          </ac:picMkLst>
        </pc:picChg>
        <pc:picChg chg="add mod">
          <ac:chgData name="Saori Suga（菅 里織）" userId="8e39834b-9372-4d08-8fbc-04aba1367d86" providerId="ADAL" clId="{4990F336-D35E-4435-9CE4-6BB373FF4A73}" dt="2026-04-08T05:07:45.041" v="1087" actId="1076"/>
          <ac:picMkLst>
            <pc:docMk/>
            <pc:sldMk cId="717814480" sldId="257"/>
            <ac:picMk id="44" creationId="{E3222020-C13B-3443-894C-F90D72478F0C}"/>
          </ac:picMkLst>
        </pc:picChg>
        <pc:picChg chg="del">
          <ac:chgData name="Saori Suga（菅 里織）" userId="8e39834b-9372-4d08-8fbc-04aba1367d86" providerId="ADAL" clId="{4990F336-D35E-4435-9CE4-6BB373FF4A73}" dt="2026-04-08T04:40:23.815" v="275" actId="478"/>
          <ac:picMkLst>
            <pc:docMk/>
            <pc:sldMk cId="717814480" sldId="257"/>
            <ac:picMk id="1026" creationId="{EB4303AC-5583-BD16-ABEE-32BE3EEBA0F0}"/>
          </ac:picMkLst>
        </pc:picChg>
      </pc:sldChg>
      <pc:sldChg chg="addSp modSp add mod">
        <pc:chgData name="Saori Suga（菅 里織）" userId="8e39834b-9372-4d08-8fbc-04aba1367d86" providerId="ADAL" clId="{4990F336-D35E-4435-9CE4-6BB373FF4A73}" dt="2026-04-08T05:17:52.668" v="1384" actId="20577"/>
        <pc:sldMkLst>
          <pc:docMk/>
          <pc:sldMk cId="2016623178" sldId="258"/>
        </pc:sldMkLst>
        <pc:spChg chg="add mod">
          <ac:chgData name="Saori Suga（菅 里織）" userId="8e39834b-9372-4d08-8fbc-04aba1367d86" providerId="ADAL" clId="{4990F336-D35E-4435-9CE4-6BB373FF4A73}" dt="2026-04-08T05:17:52.668" v="1384" actId="20577"/>
          <ac:spMkLst>
            <pc:docMk/>
            <pc:sldMk cId="2016623178" sldId="258"/>
            <ac:spMk id="2" creationId="{D4AF369E-23D0-29D2-3FA6-A7D5A11E0BC4}"/>
          </ac:spMkLst>
        </pc:spChg>
        <pc:spChg chg="mod">
          <ac:chgData name="Saori Suga（菅 里織）" userId="8e39834b-9372-4d08-8fbc-04aba1367d86" providerId="ADAL" clId="{4990F336-D35E-4435-9CE4-6BB373FF4A73}" dt="2026-04-08T05:01:20.242" v="809" actId="20577"/>
          <ac:spMkLst>
            <pc:docMk/>
            <pc:sldMk cId="2016623178" sldId="258"/>
            <ac:spMk id="30" creationId="{EF453B1B-779A-6E19-87A7-B7B380BE26B3}"/>
          </ac:spMkLst>
        </pc:spChg>
        <pc:picChg chg="mod">
          <ac:chgData name="Saori Suga（菅 里織）" userId="8e39834b-9372-4d08-8fbc-04aba1367d86" providerId="ADAL" clId="{4990F336-D35E-4435-9CE4-6BB373FF4A73}" dt="2026-04-08T05:09:30.013" v="1201" actId="1076"/>
          <ac:picMkLst>
            <pc:docMk/>
            <pc:sldMk cId="2016623178" sldId="258"/>
            <ac:picMk id="35" creationId="{35553381-C195-FF53-81CA-3F2DEE603D27}"/>
          </ac:picMkLst>
        </pc:picChg>
      </pc:sldChg>
      <pc:sldChg chg="delSp modSp add mod">
        <pc:chgData name="Saori Suga（菅 里織）" userId="8e39834b-9372-4d08-8fbc-04aba1367d86" providerId="ADAL" clId="{4990F336-D35E-4435-9CE4-6BB373FF4A73}" dt="2026-04-08T05:23:50.652" v="1715" actId="20577"/>
        <pc:sldMkLst>
          <pc:docMk/>
          <pc:sldMk cId="503082628" sldId="259"/>
        </pc:sldMkLst>
        <pc:spChg chg="mod">
          <ac:chgData name="Saori Suga（菅 里織）" userId="8e39834b-9372-4d08-8fbc-04aba1367d86" providerId="ADAL" clId="{4990F336-D35E-4435-9CE4-6BB373FF4A73}" dt="2026-04-08T05:23:50.652" v="1715" actId="20577"/>
          <ac:spMkLst>
            <pc:docMk/>
            <pc:sldMk cId="503082628" sldId="259"/>
            <ac:spMk id="2" creationId="{6D71893B-97CE-452D-3475-6F3BC164A79E}"/>
          </ac:spMkLst>
        </pc:spChg>
        <pc:spChg chg="mod">
          <ac:chgData name="Saori Suga（菅 里織）" userId="8e39834b-9372-4d08-8fbc-04aba1367d86" providerId="ADAL" clId="{4990F336-D35E-4435-9CE4-6BB373FF4A73}" dt="2026-04-08T05:17:25.712" v="1316" actId="20577"/>
          <ac:spMkLst>
            <pc:docMk/>
            <pc:sldMk cId="503082628" sldId="259"/>
            <ac:spMk id="30" creationId="{815712DF-16A6-330F-0E69-E749B7A86601}"/>
          </ac:spMkLst>
        </pc:spChg>
        <pc:picChg chg="del">
          <ac:chgData name="Saori Suga（菅 里織）" userId="8e39834b-9372-4d08-8fbc-04aba1367d86" providerId="ADAL" clId="{4990F336-D35E-4435-9CE4-6BB373FF4A73}" dt="2026-04-08T05:17:27.828" v="1317" actId="478"/>
          <ac:picMkLst>
            <pc:docMk/>
            <pc:sldMk cId="503082628" sldId="259"/>
            <ac:picMk id="35" creationId="{88976575-61F6-6A0A-C71C-4598D9F918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ACDE5-232F-EDBD-6776-2BCDB1C16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7776A9-BA93-D5A9-28A1-EC105095E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DE6B67-626F-A696-C585-26D2AF81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754A9D-8C83-C1DB-C31D-2C121D0E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AB3125-B781-84B2-7D11-F0806E71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26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B59E1-451A-DE56-1B45-3F6B9A98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57040E-17CD-8E75-EB1D-92AB96ED0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3ACD42-1526-ECAF-2F5C-B3F1F09C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9773A9-8FFC-A056-3705-40B225CA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7B89C6-8753-D104-2B37-F61C0BB5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44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1D2079-424D-C37D-0C72-ACEBE588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FD8A07-76D8-405A-A683-9C75BCF32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94898D-B258-CE74-CDE1-C7E9D0E7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38E56-10A6-56ED-3803-DEA77B81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811E7-2E55-434B-9BF8-971066C7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2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D00F57-49EC-5ABE-8DBD-5EA5D787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A5A8F3-F7CD-7162-BC33-266E64DB2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3CE541-43A6-7D1B-F20F-C3A417170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C04455-96A6-ADFF-E971-E277BB0C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8C0513-5E8C-F614-0B88-1BBE411D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0C0530-53D9-1AD3-A9A1-EED8E278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95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F9DA6C-EB6C-8859-618D-9BF52FDAE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65F0BC-F561-D56D-C225-17D82F4C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6F330A-BB6D-05B0-1EA2-A7E3F5E6B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F138A0-9D41-3095-0012-34F271DF3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B4C1A9-456F-45C0-3B27-AA108104D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ECFB18-3CAB-4662-5A7A-34567322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F56ACFA-3673-1C0E-A20A-7FA2CB9D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59083B2-3408-7E86-3E8C-FB88F7FD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77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9072BC-EBDC-679B-D833-5A1681BD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4017AF-883D-45AC-B991-7855BE49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53BB89-8A1F-2A23-8DCD-CD3CFDBD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4DB773-48C0-FAEF-7FE4-43AFF32E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01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1F6CD5-D41C-6E68-E335-3D50CA7F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64273A-38E9-9598-1F06-B69A7DCB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D2594E-3D5E-DA6D-019E-99D207E5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0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264A1-81CB-472A-2200-99EEF84E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601E08-A7C5-3F3B-C5D4-6449B74E0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A260CF-E8AA-7E1E-D16B-9D06ACC73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7FD854-F52D-6D43-44F4-734CF199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AD7816-CF43-D253-B969-DC8798F2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3D6515-BD13-BC1E-5E01-CF259F81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84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7DD2FB-335C-9EE4-FE03-AA79A365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BF7F92-E7BA-4B1F-3C17-777C70193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1F7302-AD65-59C0-5DD4-10B3D3E56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D28F4B-DEB3-BBC4-08A5-12BE0103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E34A5E-5418-E0F7-5F9A-7695C770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28DC87-BE11-ED20-AF71-237E21C7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75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55F2A-6E6A-5512-305B-8E1E7675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6976DB-E028-556A-D7CC-9B1ED5D00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20A4E5-896E-E31B-FFE5-FFE86FE2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15A1AC-46DB-00A4-A892-FE48EEFA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14A2DE-A3DF-D70B-9617-E10B951A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83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93FB666-BD0D-7D10-8686-17E03F4CF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4E1554-1B0E-8AF3-D7BE-E9A57D658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4C71D7-95C5-53D7-D3BA-046E2251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2B0BA5-9B2C-9077-D288-0CEB8B37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05BA9-0D56-3AD0-EF0D-B7C33797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05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5E58982-069E-5075-EB90-CF8FBF53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EAF0A0-5C6F-9DD2-2E0F-E2BA1A062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CFD024-F537-C993-FADB-F496E5551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85599-04D7-4AC8-BE30-081BEEE781D8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EA2721-4C71-2DA1-CC34-C8DA705A4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1720F4-39C0-5C49-4F25-20150E99D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8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C65975-D641-C008-2F79-2E98BC3E6D41}"/>
              </a:ext>
            </a:extLst>
          </p:cNvPr>
          <p:cNvSpPr txBox="1"/>
          <p:nvPr/>
        </p:nvSpPr>
        <p:spPr>
          <a:xfrm>
            <a:off x="120073" y="101601"/>
            <a:ext cx="303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ログイン方法（疑似ログイン）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61EDAC6-EBED-DA59-8BF5-493261EB2FCE}"/>
              </a:ext>
            </a:extLst>
          </p:cNvPr>
          <p:cNvSpPr/>
          <p:nvPr/>
        </p:nvSpPr>
        <p:spPr>
          <a:xfrm>
            <a:off x="225083" y="675249"/>
            <a:ext cx="3995225" cy="597876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079F8A-6756-CB1B-4266-D9793DEFF8A3}"/>
              </a:ext>
            </a:extLst>
          </p:cNvPr>
          <p:cNvSpPr txBox="1"/>
          <p:nvPr/>
        </p:nvSpPr>
        <p:spPr>
          <a:xfrm>
            <a:off x="370947" y="803867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新ヒロセ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3212CE-4D22-91F6-EA41-5CC419C85D0F}"/>
              </a:ext>
            </a:extLst>
          </p:cNvPr>
          <p:cNvSpPr txBox="1"/>
          <p:nvPr/>
        </p:nvSpPr>
        <p:spPr>
          <a:xfrm>
            <a:off x="738843" y="1337781"/>
            <a:ext cx="293541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環境証明書</a:t>
            </a:r>
            <a:r>
              <a:rPr kumimoji="1"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へログイン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885693EE-8AB2-1561-FD41-F892D1FF7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01804"/>
              </p:ext>
            </p:extLst>
          </p:nvPr>
        </p:nvGraphicFramePr>
        <p:xfrm>
          <a:off x="248185" y="2124697"/>
          <a:ext cx="391401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377">
                  <a:extLst>
                    <a:ext uri="{9D8B030D-6E8A-4147-A177-3AD203B41FA5}">
                      <a16:colId xmlns:a16="http://schemas.microsoft.com/office/drawing/2014/main" val="2943510745"/>
                    </a:ext>
                  </a:extLst>
                </a:gridCol>
                <a:gridCol w="702377">
                  <a:extLst>
                    <a:ext uri="{9D8B030D-6E8A-4147-A177-3AD203B41FA5}">
                      <a16:colId xmlns:a16="http://schemas.microsoft.com/office/drawing/2014/main" val="807734435"/>
                    </a:ext>
                  </a:extLst>
                </a:gridCol>
                <a:gridCol w="1671260">
                  <a:extLst>
                    <a:ext uri="{9D8B030D-6E8A-4147-A177-3AD203B41FA5}">
                      <a16:colId xmlns:a16="http://schemas.microsoft.com/office/drawing/2014/main" val="150458762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ログインメールアドレス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証明書</a:t>
                      </a:r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web</a:t>
                      </a:r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認証用ハッシュコード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5867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kitabayashi@mail.com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北林 貴臣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3xXadsdewqfUI633sjcww</a:t>
                      </a:r>
                      <a:endParaRPr kumimoji="1" lang="ja-JP" altLang="en-US" sz="800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487231"/>
                  </a:ext>
                </a:extLst>
              </a:tr>
            </a:tbl>
          </a:graphicData>
        </a:graphic>
      </p:graphicFrame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49480017-1FAE-1B49-F41C-4BEF4A078494}"/>
              </a:ext>
            </a:extLst>
          </p:cNvPr>
          <p:cNvSpPr/>
          <p:nvPr/>
        </p:nvSpPr>
        <p:spPr>
          <a:xfrm>
            <a:off x="3530783" y="1153130"/>
            <a:ext cx="1694284" cy="369302"/>
          </a:xfrm>
          <a:prstGeom prst="borderCallout1">
            <a:avLst>
              <a:gd name="adj1" fmla="val 18750"/>
              <a:gd name="adj2" fmla="val -8333"/>
              <a:gd name="adj3" fmla="val 67481"/>
              <a:gd name="adj4" fmla="val -30156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ボタン押下で証明書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認証用バッシュコードを生成</a:t>
            </a:r>
            <a:endParaRPr kumimoji="1" lang="ja-JP" alt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525F2DD-B7FB-BD24-FAAE-DA58B229AA1F}"/>
              </a:ext>
            </a:extLst>
          </p:cNvPr>
          <p:cNvSpPr txBox="1"/>
          <p:nvPr/>
        </p:nvSpPr>
        <p:spPr>
          <a:xfrm>
            <a:off x="317338" y="2666657"/>
            <a:ext cx="3825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https://xxxxx.com/login/</a:t>
            </a:r>
            <a:r>
              <a:rPr lang="en-US" altLang="ja-JP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3xXadsdewqfUI633sjcww</a:t>
            </a:r>
            <a:endParaRPr kumimoji="1" lang="ja-JP" altLang="en-US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DBBF837E-9F8C-7C06-C603-7E686B91B9F8}"/>
              </a:ext>
            </a:extLst>
          </p:cNvPr>
          <p:cNvSpPr/>
          <p:nvPr/>
        </p:nvSpPr>
        <p:spPr>
          <a:xfrm>
            <a:off x="2778658" y="3013621"/>
            <a:ext cx="1694284" cy="369302"/>
          </a:xfrm>
          <a:prstGeom prst="borderCallout1">
            <a:avLst>
              <a:gd name="adj1" fmla="val 18750"/>
              <a:gd name="adj2" fmla="val -8333"/>
              <a:gd name="adj3" fmla="val -37562"/>
              <a:gd name="adj4" fmla="val -29065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証明書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認証用バッシュコードを渡す</a:t>
            </a:r>
            <a:endParaRPr kumimoji="1" lang="ja-JP" alt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9723AA-C016-3DDA-B5D7-C90D4DB85CAF}"/>
              </a:ext>
            </a:extLst>
          </p:cNvPr>
          <p:cNvSpPr/>
          <p:nvPr/>
        </p:nvSpPr>
        <p:spPr>
          <a:xfrm>
            <a:off x="5405993" y="647843"/>
            <a:ext cx="6560923" cy="597876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9BFD34-55E2-8D80-8EA0-DBC1AE8C1973}"/>
              </a:ext>
            </a:extLst>
          </p:cNvPr>
          <p:cNvSpPr txBox="1"/>
          <p:nvPr/>
        </p:nvSpPr>
        <p:spPr>
          <a:xfrm>
            <a:off x="5547928" y="803867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新環境証明書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89F6EEF7-16DA-8AD8-4A00-77D245CADFF7}"/>
              </a:ext>
            </a:extLst>
          </p:cNvPr>
          <p:cNvSpPr/>
          <p:nvPr/>
        </p:nvSpPr>
        <p:spPr>
          <a:xfrm>
            <a:off x="5598598" y="1283042"/>
            <a:ext cx="6238707" cy="4291915"/>
          </a:xfrm>
          <a:prstGeom prst="flowChart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E763F3B-7929-3312-1647-F82D7BB0016D}"/>
              </a:ext>
            </a:extLst>
          </p:cNvPr>
          <p:cNvSpPr txBox="1"/>
          <p:nvPr/>
        </p:nvSpPr>
        <p:spPr>
          <a:xfrm>
            <a:off x="5597537" y="1283043"/>
            <a:ext cx="842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login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BCABBA6B-64FA-CBC5-7580-4F32657A61D5}"/>
              </a:ext>
            </a:extLst>
          </p:cNvPr>
          <p:cNvSpPr/>
          <p:nvPr/>
        </p:nvSpPr>
        <p:spPr>
          <a:xfrm>
            <a:off x="1822903" y="1798870"/>
            <a:ext cx="472303" cy="25557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0A0E7E-1A72-4D69-AC56-BE3F48DC54D2}"/>
              </a:ext>
            </a:extLst>
          </p:cNvPr>
          <p:cNvSpPr txBox="1"/>
          <p:nvPr/>
        </p:nvSpPr>
        <p:spPr>
          <a:xfrm>
            <a:off x="7545379" y="1722232"/>
            <a:ext cx="2355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新ヒロセ</a:t>
            </a:r>
            <a:r>
              <a:rPr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login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用</a:t>
            </a:r>
            <a:r>
              <a:rPr lang="en-US" altLang="ja-JP" sz="10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kumimoji="1" lang="en-US" altLang="ja-JP" sz="10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pi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をコール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802FC1E-155A-6D5F-CD88-E4E67404A527}"/>
              </a:ext>
            </a:extLst>
          </p:cNvPr>
          <p:cNvSpPr txBox="1"/>
          <p:nvPr/>
        </p:nvSpPr>
        <p:spPr>
          <a:xfrm>
            <a:off x="1822903" y="713087"/>
            <a:ext cx="2366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www.hirose</a:t>
            </a:r>
            <a:r>
              <a:rPr kumimoji="1" lang="en-US" altLang="ja-JP" sz="1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.com</a:t>
            </a:r>
            <a:endParaRPr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6EB273-EA69-2C36-C746-F34DC21CC32A}"/>
              </a:ext>
            </a:extLst>
          </p:cNvPr>
          <p:cNvSpPr txBox="1"/>
          <p:nvPr/>
        </p:nvSpPr>
        <p:spPr>
          <a:xfrm>
            <a:off x="7687259" y="660269"/>
            <a:ext cx="300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kumimoji="1" lang="en-US" altLang="ja-JP" sz="1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hemical.hirose.com</a:t>
            </a:r>
            <a:endParaRPr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1BAD19-DE39-182A-8B99-BBFCA668139F}"/>
              </a:ext>
            </a:extLst>
          </p:cNvPr>
          <p:cNvSpPr txBox="1"/>
          <p:nvPr/>
        </p:nvSpPr>
        <p:spPr>
          <a:xfrm>
            <a:off x="6947024" y="2114549"/>
            <a:ext cx="3655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https://zzzzz.com/api/</a:t>
            </a:r>
            <a:r>
              <a:rPr lang="en-US" altLang="ja-JP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3xXadsdewqfUI633sjcww</a:t>
            </a:r>
            <a:endParaRPr kumimoji="1" lang="ja-JP" altLang="en-US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977A120-04BE-D55E-C330-C88BF9E63D25}"/>
              </a:ext>
            </a:extLst>
          </p:cNvPr>
          <p:cNvSpPr txBox="1"/>
          <p:nvPr/>
        </p:nvSpPr>
        <p:spPr>
          <a:xfrm>
            <a:off x="6786164" y="3984872"/>
            <a:ext cx="3938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成功した場合、戻り値にユーザ</a:t>
            </a:r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、メールアドレス、名前などを取得</a:t>
            </a:r>
          </a:p>
        </p:txBody>
      </p: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F6A4004E-A52D-8322-0780-074C4E818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0690"/>
              </p:ext>
            </p:extLst>
          </p:nvPr>
        </p:nvGraphicFramePr>
        <p:xfrm>
          <a:off x="5787935" y="4328471"/>
          <a:ext cx="392214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52">
                  <a:extLst>
                    <a:ext uri="{9D8B030D-6E8A-4147-A177-3AD203B41FA5}">
                      <a16:colId xmlns:a16="http://schemas.microsoft.com/office/drawing/2014/main" val="3256178281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2943510745"/>
                    </a:ext>
                  </a:extLst>
                </a:gridCol>
                <a:gridCol w="628003">
                  <a:extLst>
                    <a:ext uri="{9D8B030D-6E8A-4147-A177-3AD203B41FA5}">
                      <a16:colId xmlns:a16="http://schemas.microsoft.com/office/drawing/2014/main" val="807734435"/>
                    </a:ext>
                  </a:extLst>
                </a:gridCol>
                <a:gridCol w="1478242">
                  <a:extLst>
                    <a:ext uri="{9D8B030D-6E8A-4147-A177-3AD203B41FA5}">
                      <a16:colId xmlns:a16="http://schemas.microsoft.com/office/drawing/2014/main" val="2613461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ID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email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name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ユーザ</a:t>
                      </a:r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ID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5867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kitabayashi@mail.com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北林 貴臣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100000</a:t>
                      </a:r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487231"/>
                  </a:ext>
                </a:extLst>
              </a:tr>
            </a:tbl>
          </a:graphicData>
        </a:graphic>
      </p:graphicFrame>
      <p:sp>
        <p:nvSpPr>
          <p:cNvPr id="25" name="吹き出し: 線 24">
            <a:extLst>
              <a:ext uri="{FF2B5EF4-FFF2-40B4-BE49-F238E27FC236}">
                <a16:creationId xmlns:a16="http://schemas.microsoft.com/office/drawing/2014/main" id="{6B021F58-2E9C-A22E-66A4-A459B7E197B1}"/>
              </a:ext>
            </a:extLst>
          </p:cNvPr>
          <p:cNvSpPr/>
          <p:nvPr/>
        </p:nvSpPr>
        <p:spPr>
          <a:xfrm>
            <a:off x="6871444" y="4971257"/>
            <a:ext cx="2400871" cy="629771"/>
          </a:xfrm>
          <a:prstGeom prst="borderCallout1">
            <a:avLst>
              <a:gd name="adj1" fmla="val 18750"/>
              <a:gd name="adj2" fmla="val -8333"/>
              <a:gd name="adj3" fmla="val -37562"/>
              <a:gd name="adj4" fmla="val -29065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成功した場合、環境証明書側でセッション管理をする。セッションタイムアウトは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日。</a:t>
            </a:r>
            <a:endParaRPr lang="en-US" altLang="ja-JP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フローチャート: 処理 25">
            <a:extLst>
              <a:ext uri="{FF2B5EF4-FFF2-40B4-BE49-F238E27FC236}">
                <a16:creationId xmlns:a16="http://schemas.microsoft.com/office/drawing/2014/main" id="{B4D22467-1BC1-8BBE-D9BC-BDDFCC7EDB45}"/>
              </a:ext>
            </a:extLst>
          </p:cNvPr>
          <p:cNvSpPr/>
          <p:nvPr/>
        </p:nvSpPr>
        <p:spPr>
          <a:xfrm>
            <a:off x="354694" y="3656065"/>
            <a:ext cx="3760765" cy="1414699"/>
          </a:xfrm>
          <a:prstGeom prst="flowChart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A92A3D6-3B6D-BE3F-ED2D-8537E063BC09}"/>
              </a:ext>
            </a:extLst>
          </p:cNvPr>
          <p:cNvSpPr txBox="1"/>
          <p:nvPr/>
        </p:nvSpPr>
        <p:spPr>
          <a:xfrm>
            <a:off x="411355" y="3745910"/>
            <a:ext cx="842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api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88150D6-0967-C7FF-2EA2-EF40DF58A3C1}"/>
              </a:ext>
            </a:extLst>
          </p:cNvPr>
          <p:cNvSpPr txBox="1"/>
          <p:nvPr/>
        </p:nvSpPr>
        <p:spPr>
          <a:xfrm>
            <a:off x="693978" y="4217980"/>
            <a:ext cx="31229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ユーザ</a:t>
            </a:r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、メールアドレス、名前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JSON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で返却</a:t>
            </a:r>
            <a:endParaRPr kumimoji="1" lang="en-US" altLang="ja-JP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 b="1" strike="sngStrike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証明書</a:t>
            </a:r>
            <a:r>
              <a:rPr lang="en-US" altLang="ja-JP" sz="1000" b="1" strike="sngStrike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1000" b="1" strike="sngStrike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認証用ハッシュコードは削除？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A4FD9118-B3C0-5799-10C5-61CCE62861DB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 flipV="1">
            <a:off x="4142424" y="1406154"/>
            <a:ext cx="1455113" cy="138361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線矢印コネクタ 1023">
            <a:extLst>
              <a:ext uri="{FF2B5EF4-FFF2-40B4-BE49-F238E27FC236}">
                <a16:creationId xmlns:a16="http://schemas.microsoft.com/office/drawing/2014/main" id="{5BA68198-3D8F-D71E-9DDE-B455F460E232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115459" y="2237660"/>
            <a:ext cx="2831565" cy="145699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直線矢印コネクタ 1027">
            <a:extLst>
              <a:ext uri="{FF2B5EF4-FFF2-40B4-BE49-F238E27FC236}">
                <a16:creationId xmlns:a16="http://schemas.microsoft.com/office/drawing/2014/main" id="{31C12825-47B0-5286-DA8A-095329CB5EDD}"/>
              </a:ext>
            </a:extLst>
          </p:cNvPr>
          <p:cNvCxnSpPr>
            <a:cxnSpLocks/>
          </p:cNvCxnSpPr>
          <p:nvPr/>
        </p:nvCxnSpPr>
        <p:spPr>
          <a:xfrm>
            <a:off x="4142424" y="4161264"/>
            <a:ext cx="2324418" cy="0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パソコンを使う男性のイラスト | かわいいフリー素材集 いらすとや">
            <a:extLst>
              <a:ext uri="{FF2B5EF4-FFF2-40B4-BE49-F238E27FC236}">
                <a16:creationId xmlns:a16="http://schemas.microsoft.com/office/drawing/2014/main" id="{4529E9D3-309C-B4BA-5117-47E01D459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344" y="4322429"/>
            <a:ext cx="2543498" cy="255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テキスト ボックス 1038">
            <a:extLst>
              <a:ext uri="{FF2B5EF4-FFF2-40B4-BE49-F238E27FC236}">
                <a16:creationId xmlns:a16="http://schemas.microsoft.com/office/drawing/2014/main" id="{E16DBE1B-E94C-72D7-BF48-B3935ABF8A68}"/>
              </a:ext>
            </a:extLst>
          </p:cNvPr>
          <p:cNvSpPr txBox="1"/>
          <p:nvPr/>
        </p:nvSpPr>
        <p:spPr>
          <a:xfrm>
            <a:off x="4418922" y="18363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</a:p>
        </p:txBody>
      </p:sp>
      <p:sp>
        <p:nvSpPr>
          <p:cNvPr id="1040" name="テキスト ボックス 1039">
            <a:extLst>
              <a:ext uri="{FF2B5EF4-FFF2-40B4-BE49-F238E27FC236}">
                <a16:creationId xmlns:a16="http://schemas.microsoft.com/office/drawing/2014/main" id="{21F76369-1DB3-C5CE-6E64-744199E9F745}"/>
              </a:ext>
            </a:extLst>
          </p:cNvPr>
          <p:cNvSpPr txBox="1"/>
          <p:nvPr/>
        </p:nvSpPr>
        <p:spPr>
          <a:xfrm>
            <a:off x="4607119" y="2904831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</a:p>
        </p:txBody>
      </p:sp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B616335F-06DE-4CC5-A5EC-89B6204D055D}"/>
              </a:ext>
            </a:extLst>
          </p:cNvPr>
          <p:cNvSpPr txBox="1"/>
          <p:nvPr/>
        </p:nvSpPr>
        <p:spPr>
          <a:xfrm>
            <a:off x="4627185" y="3768771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6C079BF-8965-5E2C-E343-FBF8047CFE1C}"/>
              </a:ext>
            </a:extLst>
          </p:cNvPr>
          <p:cNvSpPr/>
          <p:nvPr/>
        </p:nvSpPr>
        <p:spPr>
          <a:xfrm>
            <a:off x="7788958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申請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DFB09A-CB95-183E-A270-9DA370DD46A8}"/>
              </a:ext>
            </a:extLst>
          </p:cNvPr>
          <p:cNvSpPr/>
          <p:nvPr/>
        </p:nvSpPr>
        <p:spPr>
          <a:xfrm>
            <a:off x="8637316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3A7431-0CA7-109B-7144-FA8469A9A630}"/>
              </a:ext>
            </a:extLst>
          </p:cNvPr>
          <p:cNvSpPr/>
          <p:nvPr/>
        </p:nvSpPr>
        <p:spPr>
          <a:xfrm>
            <a:off x="9509209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1196B45-8343-4FBA-7615-46AB51284AE7}"/>
              </a:ext>
            </a:extLst>
          </p:cNvPr>
          <p:cNvSpPr/>
          <p:nvPr/>
        </p:nvSpPr>
        <p:spPr>
          <a:xfrm>
            <a:off x="6910379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トップ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F2ECFBA-CCD2-83B4-8E8B-FED2741FE30A}"/>
              </a:ext>
            </a:extLst>
          </p:cNvPr>
          <p:cNvSpPr/>
          <p:nvPr/>
        </p:nvSpPr>
        <p:spPr>
          <a:xfrm>
            <a:off x="10416942" y="5128670"/>
            <a:ext cx="2220077" cy="1153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・</a:t>
            </a:r>
            <a:r>
              <a:rPr kumimoji="1" lang="en-US" altLang="ja-JP" sz="1400" dirty="0">
                <a:solidFill>
                  <a:sysClr val="windowText" lastClr="000000"/>
                </a:solidFill>
              </a:rPr>
              <a:t>ID</a:t>
            </a:r>
            <a:r>
              <a:rPr kumimoji="1" lang="ja-JP" altLang="en-US" sz="1400" dirty="0">
                <a:solidFill>
                  <a:sysClr val="windowText" lastClr="000000"/>
                </a:solidFill>
              </a:rPr>
              <a:t>、操作ログのみ保管頂く</a:t>
            </a:r>
            <a:endParaRPr kumimoji="1"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 strike="sngStrike" dirty="0">
                <a:solidFill>
                  <a:sysClr val="windowText" lastClr="000000"/>
                </a:solidFill>
              </a:rPr>
              <a:t>・必要な場合、</a:t>
            </a:r>
            <a:r>
              <a:rPr lang="en-US" altLang="ja-JP" sz="1400" strike="sngStrike" dirty="0">
                <a:solidFill>
                  <a:sysClr val="windowText" lastClr="000000"/>
                </a:solidFill>
              </a:rPr>
              <a:t>API</a:t>
            </a:r>
            <a:r>
              <a:rPr lang="ja-JP" altLang="en-US" sz="1400" strike="sngStrike" dirty="0">
                <a:solidFill>
                  <a:sysClr val="windowText" lastClr="000000"/>
                </a:solidFill>
              </a:rPr>
              <a:t>をたたいてメアドなどを提供</a:t>
            </a:r>
            <a:endParaRPr kumimoji="1" lang="ja-JP" altLang="en-US" sz="1400" strike="sngStrike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DE17E2E-2FD7-EC68-E97E-16DD1FE0B326}"/>
              </a:ext>
            </a:extLst>
          </p:cNvPr>
          <p:cNvCxnSpPr>
            <a:stCxn id="22" idx="3"/>
            <a:endCxn id="2" idx="1"/>
          </p:cNvCxnSpPr>
          <p:nvPr/>
        </p:nvCxnSpPr>
        <p:spPr>
          <a:xfrm>
            <a:off x="7545379" y="6113821"/>
            <a:ext cx="243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0B81694-6CF0-2B74-CA67-94CB23E42B48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8423958" y="6113821"/>
            <a:ext cx="213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55826419-270C-A763-8E11-EFE249702B14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9272316" y="6113821"/>
            <a:ext cx="236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5A166E4-136C-17BE-F05A-D23FB6094257}"/>
              </a:ext>
            </a:extLst>
          </p:cNvPr>
          <p:cNvSpPr/>
          <p:nvPr/>
        </p:nvSpPr>
        <p:spPr>
          <a:xfrm>
            <a:off x="5229000" y="1843556"/>
            <a:ext cx="1047922" cy="517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認証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33DB819-F48A-4149-034B-17C71BF47EB9}"/>
              </a:ext>
            </a:extLst>
          </p:cNvPr>
          <p:cNvSpPr/>
          <p:nvPr/>
        </p:nvSpPr>
        <p:spPr>
          <a:xfrm>
            <a:off x="5229000" y="3234353"/>
            <a:ext cx="1642445" cy="517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ログインしているユーザ</a:t>
            </a:r>
            <a:r>
              <a:rPr kumimoji="1" lang="en-US" altLang="ja-JP" sz="1400" dirty="0">
                <a:solidFill>
                  <a:sysClr val="windowText" lastClr="000000"/>
                </a:solidFill>
              </a:rPr>
              <a:t>ID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A1F76CC-0458-0455-63D9-6961D8111806}"/>
              </a:ext>
            </a:extLst>
          </p:cNvPr>
          <p:cNvSpPr/>
          <p:nvPr/>
        </p:nvSpPr>
        <p:spPr>
          <a:xfrm>
            <a:off x="5239802" y="4911063"/>
            <a:ext cx="1510575" cy="517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dirty="0">
                <a:solidFill>
                  <a:sysClr val="windowText" lastClr="000000"/>
                </a:solidFill>
              </a:rPr>
              <a:t>ID</a:t>
            </a:r>
            <a:r>
              <a:rPr kumimoji="1" lang="ja-JP" altLang="en-US" sz="1400" dirty="0">
                <a:solidFill>
                  <a:sysClr val="windowText" lastClr="000000"/>
                </a:solidFill>
              </a:rPr>
              <a:t>に該当するユー</a:t>
            </a:r>
            <a:r>
              <a:rPr lang="ja-JP" altLang="en-US" sz="1400" dirty="0">
                <a:solidFill>
                  <a:sysClr val="windowText" lastClr="000000"/>
                </a:solidFill>
              </a:rPr>
              <a:t>ザ情報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1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27DA0-80F4-D6BC-50BC-0D4CB68A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B8789B-9BB3-D55B-34C6-7DE3C55C6C4A}"/>
              </a:ext>
            </a:extLst>
          </p:cNvPr>
          <p:cNvSpPr txBox="1"/>
          <p:nvPr/>
        </p:nvSpPr>
        <p:spPr>
          <a:xfrm>
            <a:off x="120073" y="10160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6D2BE1E-F1C6-9E42-020A-4EB8560D0A1F}"/>
              </a:ext>
            </a:extLst>
          </p:cNvPr>
          <p:cNvSpPr txBox="1"/>
          <p:nvPr/>
        </p:nvSpPr>
        <p:spPr>
          <a:xfrm>
            <a:off x="475673" y="647462"/>
            <a:ext cx="8489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必要な環境について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HRS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にご要望いただく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VM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の数（検証環境など）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環境構築の時期感、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月環境構築、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月中旬～テスト、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月連携テストなど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CAAC4F3-60BA-BFCA-E1EE-AC7D6AF1AB4B}"/>
              </a:ext>
            </a:extLst>
          </p:cNvPr>
          <p:cNvSpPr txBox="1"/>
          <p:nvPr/>
        </p:nvSpPr>
        <p:spPr>
          <a:xfrm>
            <a:off x="120073" y="2390789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多言語について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0AF2357-7C40-BD37-353B-FEB27EF430D6}"/>
              </a:ext>
            </a:extLst>
          </p:cNvPr>
          <p:cNvSpPr txBox="1"/>
          <p:nvPr/>
        </p:nvSpPr>
        <p:spPr>
          <a:xfrm>
            <a:off x="475673" y="2967335"/>
            <a:ext cx="10564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・懸念点：トップページのお知らせが長い</a:t>
            </a:r>
            <a:b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→日本語と英語を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カラムで表示 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お知らせ欄だけ日英で切り替え可能としていただく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929BCFB-BB29-866F-5F38-7518E8CC8332}"/>
              </a:ext>
            </a:extLst>
          </p:cNvPr>
          <p:cNvSpPr txBox="1"/>
          <p:nvPr/>
        </p:nvSpPr>
        <p:spPr>
          <a:xfrm>
            <a:off x="475673" y="3833498"/>
            <a:ext cx="1056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申請画面の下の説明文（バージョン情報）→更新頻度が度々ある。（時限管理は不要）</a:t>
            </a: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E3222020-C13B-3443-894C-F90D7247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3" y="4276455"/>
            <a:ext cx="8415867" cy="1625026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05AD9CF-62FF-6518-0D7E-9FB289A3D4C9}"/>
              </a:ext>
            </a:extLst>
          </p:cNvPr>
          <p:cNvSpPr txBox="1"/>
          <p:nvPr/>
        </p:nvSpPr>
        <p:spPr>
          <a:xfrm>
            <a:off x="475673" y="5887372"/>
            <a:ext cx="1056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上記以外は日英併記で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781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5118E-B89F-5C3E-AA44-F637CC87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B666B6-4C00-AC30-B3B9-68BB78135FE3}"/>
              </a:ext>
            </a:extLst>
          </p:cNvPr>
          <p:cNvSpPr txBox="1"/>
          <p:nvPr/>
        </p:nvSpPr>
        <p:spPr>
          <a:xfrm>
            <a:off x="120073" y="10160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F453B1B-779A-6E19-87A7-B7B380BE26B3}"/>
              </a:ext>
            </a:extLst>
          </p:cNvPr>
          <p:cNvSpPr txBox="1"/>
          <p:nvPr/>
        </p:nvSpPr>
        <p:spPr>
          <a:xfrm>
            <a:off x="509540" y="1197796"/>
            <a:ext cx="848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管理画面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35553381-C195-FF53-81CA-3F2DEE60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80" y="1730389"/>
            <a:ext cx="7230533" cy="308345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AF369E-23D0-29D2-3FA6-A7D5A11E0BC4}"/>
              </a:ext>
            </a:extLst>
          </p:cNvPr>
          <p:cNvSpPr txBox="1"/>
          <p:nvPr/>
        </p:nvSpPr>
        <p:spPr>
          <a:xfrm>
            <a:off x="509540" y="5290872"/>
            <a:ext cx="8489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ファイルで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出来るカラムが増える（申請している証明書の種類）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申請後に申請した内容を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可能</a:t>
            </a:r>
          </a:p>
        </p:txBody>
      </p:sp>
    </p:spTree>
    <p:extLst>
      <p:ext uri="{BB962C8B-B14F-4D97-AF65-F5344CB8AC3E}">
        <p14:creationId xmlns:p14="http://schemas.microsoft.com/office/powerpoint/2010/main" val="201662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958CC-E90B-2B0D-6AFC-BEDC5526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83C937-2E29-AEC8-EA2D-D17214A94EEF}"/>
              </a:ext>
            </a:extLst>
          </p:cNvPr>
          <p:cNvSpPr txBox="1"/>
          <p:nvPr/>
        </p:nvSpPr>
        <p:spPr>
          <a:xfrm>
            <a:off x="120073" y="10160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15712DF-16A6-330F-0E69-E749B7A86601}"/>
              </a:ext>
            </a:extLst>
          </p:cNvPr>
          <p:cNvSpPr txBox="1"/>
          <p:nvPr/>
        </p:nvSpPr>
        <p:spPr>
          <a:xfrm>
            <a:off x="509540" y="1197796"/>
            <a:ext cx="848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通知メール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71893B-97CE-452D-3475-6F3BC164A79E}"/>
              </a:ext>
            </a:extLst>
          </p:cNvPr>
          <p:cNvSpPr txBox="1"/>
          <p:nvPr/>
        </p:nvSpPr>
        <p:spPr>
          <a:xfrm>
            <a:off x="509540" y="1768738"/>
            <a:ext cx="84896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申請者に資料が出来上がったら通知メールを送る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└メール送信時に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API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からメールアドレスを取得する必要あり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送信元のメールアドレス</a:t>
            </a:r>
            <a:r>
              <a:rPr lang="ja-JP" altLang="en-US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メールサーバも必要→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@hirose-gl.com 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SMTP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サーバを使用する予定</a:t>
            </a:r>
          </a:p>
        </p:txBody>
      </p:sp>
    </p:spTree>
    <p:extLst>
      <p:ext uri="{BB962C8B-B14F-4D97-AF65-F5344CB8AC3E}">
        <p14:creationId xmlns:p14="http://schemas.microsoft.com/office/powerpoint/2010/main" val="50308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370</Words>
  <Application>Microsoft Office PowerPoint</Application>
  <PresentationFormat>ワイド画面</PresentationFormat>
  <Paragraphs>62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takaomi kitabayashi</dc:creator>
  <cp:lastModifiedBy>榎本亮二</cp:lastModifiedBy>
  <cp:revision>4</cp:revision>
  <dcterms:created xsi:type="dcterms:W3CDTF">2026-04-03T07:05:41Z</dcterms:created>
  <dcterms:modified xsi:type="dcterms:W3CDTF">2026-06-25T06:33:47Z</dcterms:modified>
</cp:coreProperties>
</file>